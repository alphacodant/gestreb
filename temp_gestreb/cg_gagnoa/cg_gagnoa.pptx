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3" r:id="rId5"/>
    <p:sldId id="264" r:id="rId6"/>
    <p:sldId id="258" r:id="rId7"/>
    <p:sldId id="265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DCD612-42C7-45FC-8EDF-2B8717F5F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99CBA0-2500-418D-8C93-E7F0C6810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740BC1-185B-4419-A73F-CBA19E2C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00B8C-199C-429D-B4E6-235451ED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6DAD73-0425-4727-BD03-CF182605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65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C2638-D25F-4FA8-B0C0-32CC89B9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45286D-BB5C-4333-BCEC-DE244542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A13082-7DD4-4B1C-B6CB-29E7D93EE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9E05EF-C3BA-4A53-8639-6381F9A0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B916E5-78AB-49E6-A30F-98C2809D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25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714143-3D54-4236-A867-AB56A0B6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5674C5-C684-41C6-A861-789D3AA5A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31CB8E-2ED8-453A-88B9-81C1D70D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940A09-DA5A-42C8-BF18-4D3D4352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47950A-6862-42F8-95E6-D24E9D120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02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B4C915-AC4F-4541-AF75-8E451E6F4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5B4343-2AFE-4FFB-BF1F-37A90F726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0C8232-B965-4143-BE67-6E0CC3C58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7E1FFC-1617-443C-909D-361E0E44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AF7D67-56E2-4531-9A0C-0164059C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C964DE-D7B0-4988-9B16-B2E418C1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792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7A598-FBA8-4791-9FEF-D46E8454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9AA6E5-9386-46F3-A097-DB9392F30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EBAFB8-1A49-4CEB-83DB-F4481BDDC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2C8DA6-BFDA-44E3-A421-1A6398247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53B958-7592-4F77-B431-73E38E4C9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37E0896-8572-419D-BDF4-5C86F5D82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87155AE-5033-4FBB-83BE-971A56D7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3142E50-5392-4A6C-9B4F-4C0F3CD0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03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95FE5E-9B6F-40F4-9ADF-B218541B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8577BF-93DA-4896-A85C-C6A359C2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93E843-FD6E-4949-B22A-9D7E50FF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DD4420B-2EC8-4E7D-95AD-2D0D8DBB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323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2C66F2B-E456-4988-A65B-BB5DCE35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9BAFC8-2536-485C-BFED-9637D0EF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A0F6D7-E819-4356-B871-07A829E1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818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2458B4-F5D3-40EA-80B0-8DC2A0C4E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0B91A5-8CBD-463D-B605-F6392F4BF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D7804D-54F2-4234-98D9-81F1DDA64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0119DF-573F-4E93-B4FD-DDA8C963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3218E-79EE-4170-B8F5-3A05EC62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02EF6E-02FA-4619-9D0E-5FA243FA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043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B43F1A-CBD9-4BE5-A9A9-6580FC09D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B43E48A-4910-4E7B-B12F-B431B2D0D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64339A-0A76-4F60-B193-4EDAFBD4B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E31009-B077-484D-A114-3DEF34E5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2B21E2-98F9-4990-AA6F-41A1ED0A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373C49-0CC7-46E2-864B-ED744F73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413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AD046C-7BF5-413F-8305-7D77FA359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F144A4-6BA3-4576-8990-9BADFF13C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26C7B1-ED8D-4829-A150-562E500B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8788EB-CF41-4C6A-A2CD-10DE5ACE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158679-697B-4774-A1BF-2645B705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92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732A4CC-EB92-4BA8-9662-5227F8B11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FA09A1-656A-4FE7-AA68-FE15348DA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CFDDC9-BC86-4950-8375-3395C5A2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4CD7B7-8358-464B-83EC-D008629B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FDD19C-6300-4E90-A7D3-F19E0707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320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0FB7596-DBAA-4DED-8972-0B509D1A7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18F979-91C0-41E0-B35B-BA1DCA527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6DE96E-B703-4FC4-B3DC-6167D64F2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F45B3-A944-46A3-B0EF-E93987EDCAC0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C7D06B-6D26-4444-ADA4-0275F81F4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6FBFEE-8A95-42D3-BF91-113C08723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E10AD-6A7C-4EE8-87A6-F0D3261FE6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142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s rognés en diagonale 1">
            <a:extLst>
              <a:ext uri="{FF2B5EF4-FFF2-40B4-BE49-F238E27FC236}">
                <a16:creationId xmlns:a16="http://schemas.microsoft.com/office/drawing/2014/main" id="{1B17C166-24CF-4137-AA5C-AF74AF6236BD}"/>
              </a:ext>
            </a:extLst>
          </p:cNvPr>
          <p:cNvSpPr/>
          <p:nvPr/>
        </p:nvSpPr>
        <p:spPr>
          <a:xfrm rot="10800000" flipV="1">
            <a:off x="1100138" y="2476501"/>
            <a:ext cx="9991724" cy="1904997"/>
          </a:xfrm>
          <a:prstGeom prst="snip2DiagRect">
            <a:avLst/>
          </a:prstGeom>
          <a:solidFill>
            <a:srgbClr val="007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latin typeface="Century Gothic" panose="020B0502020202020204" pitchFamily="34" charset="0"/>
              </a:rPr>
              <a:t>1-Centre de Gestion de Gagnoa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484C77C-330C-450F-917E-E50CD9131EB4}"/>
              </a:ext>
            </a:extLst>
          </p:cNvPr>
          <p:cNvCxnSpPr>
            <a:cxnSpLocks/>
          </p:cNvCxnSpPr>
          <p:nvPr/>
        </p:nvCxnSpPr>
        <p:spPr>
          <a:xfrm>
            <a:off x="1100138" y="4391020"/>
            <a:ext cx="9634537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e 7">
            <a:extLst>
              <a:ext uri="{FF2B5EF4-FFF2-40B4-BE49-F238E27FC236}">
                <a16:creationId xmlns:a16="http://schemas.microsoft.com/office/drawing/2014/main" id="{779F823D-B40E-4575-AA18-F94D09EDD49E}"/>
              </a:ext>
            </a:extLst>
          </p:cNvPr>
          <p:cNvGrpSpPr/>
          <p:nvPr/>
        </p:nvGrpSpPr>
        <p:grpSpPr>
          <a:xfrm>
            <a:off x="16328" y="16328"/>
            <a:ext cx="555552" cy="530679"/>
            <a:chOff x="16328" y="16328"/>
            <a:chExt cx="555552" cy="530679"/>
          </a:xfrm>
        </p:grpSpPr>
        <p:sp>
          <p:nvSpPr>
            <p:cNvPr id="114" name="Shape 279">
              <a:extLst>
                <a:ext uri="{FF2B5EF4-FFF2-40B4-BE49-F238E27FC236}">
                  <a16:creationId xmlns:a16="http://schemas.microsoft.com/office/drawing/2014/main" id="{BC99D9E7-576E-4828-9831-12CA69A0AF86}"/>
                </a:ext>
              </a:extLst>
            </p:cNvPr>
            <p:cNvSpPr/>
            <p:nvPr/>
          </p:nvSpPr>
          <p:spPr>
            <a:xfrm>
              <a:off x="16328" y="16328"/>
              <a:ext cx="555552" cy="530679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200" b="1" dirty="0">
                <a:latin typeface="Century Gothic" panose="020B0502020202020204" pitchFamily="34" charset="0"/>
              </a:endParaRP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B381ABA9-1838-49DB-B11D-1F1BC46A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79383"/>
              <a:ext cx="260079" cy="404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314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279">
            <a:extLst>
              <a:ext uri="{FF2B5EF4-FFF2-40B4-BE49-F238E27FC236}">
                <a16:creationId xmlns:a16="http://schemas.microsoft.com/office/drawing/2014/main" id="{1C914C82-1C5C-4614-9D09-A03AE602E869}"/>
              </a:ext>
            </a:extLst>
          </p:cNvPr>
          <p:cNvSpPr/>
          <p:nvPr/>
        </p:nvSpPr>
        <p:spPr>
          <a:xfrm>
            <a:off x="11813721" y="6490607"/>
            <a:ext cx="358850" cy="342569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fr-FR" sz="1200" b="1" dirty="0">
                <a:latin typeface="Century Gothic" panose="020B0502020202020204" pitchFamily="34" charset="0"/>
              </a:rPr>
              <a:t>3</a:t>
            </a:r>
            <a:endParaRPr sz="1200" b="1" dirty="0">
              <a:latin typeface="Century Gothic" panose="020B0502020202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79F823D-B40E-4575-AA18-F94D09EDD49E}"/>
              </a:ext>
            </a:extLst>
          </p:cNvPr>
          <p:cNvGrpSpPr/>
          <p:nvPr/>
        </p:nvGrpSpPr>
        <p:grpSpPr>
          <a:xfrm>
            <a:off x="16328" y="16328"/>
            <a:ext cx="555552" cy="530679"/>
            <a:chOff x="16328" y="16328"/>
            <a:chExt cx="555552" cy="530679"/>
          </a:xfrm>
        </p:grpSpPr>
        <p:sp>
          <p:nvSpPr>
            <p:cNvPr id="114" name="Shape 279">
              <a:extLst>
                <a:ext uri="{FF2B5EF4-FFF2-40B4-BE49-F238E27FC236}">
                  <a16:creationId xmlns:a16="http://schemas.microsoft.com/office/drawing/2014/main" id="{BC99D9E7-576E-4828-9831-12CA69A0AF86}"/>
                </a:ext>
              </a:extLst>
            </p:cNvPr>
            <p:cNvSpPr/>
            <p:nvPr/>
          </p:nvSpPr>
          <p:spPr>
            <a:xfrm>
              <a:off x="16328" y="16328"/>
              <a:ext cx="555552" cy="530679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200" b="1" dirty="0">
                <a:latin typeface="Century Gothic" panose="020B0502020202020204" pitchFamily="34" charset="0"/>
              </a:endParaRP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B381ABA9-1838-49DB-B11D-1F1BC46A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79383"/>
              <a:ext cx="260079" cy="404568"/>
            </a:xfrm>
            <a:prstGeom prst="rect">
              <a:avLst/>
            </a:prstGeom>
          </p:spPr>
        </p:pic>
      </p:grpSp>
      <p:sp>
        <p:nvSpPr>
          <p:cNvPr id="89" name="Rectangle : avec coin rogné 88">
            <a:extLst>
              <a:ext uri="{FF2B5EF4-FFF2-40B4-BE49-F238E27FC236}">
                <a16:creationId xmlns:a16="http://schemas.microsoft.com/office/drawing/2014/main" id="{0B1B1C2C-4BAC-4FC5-9E13-FDDE2E234947}"/>
              </a:ext>
            </a:extLst>
          </p:cNvPr>
          <p:cNvSpPr/>
          <p:nvPr/>
        </p:nvSpPr>
        <p:spPr>
          <a:xfrm rot="10800000" flipV="1">
            <a:off x="4882242" y="0"/>
            <a:ext cx="7309757" cy="759279"/>
          </a:xfrm>
          <a:prstGeom prst="snip1Rect">
            <a:avLst>
              <a:gd name="adj" fmla="val 0"/>
            </a:avLst>
          </a:prstGeom>
          <a:solidFill>
            <a:srgbClr val="007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latin typeface="Century Gothic" panose="020B0502020202020204" pitchFamily="34" charset="0"/>
              </a:rPr>
              <a:t>1-CENTRE DE GESTION DE GAGNOA</a:t>
            </a:r>
          </a:p>
        </p:txBody>
      </p: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990720F7-F53A-4866-A61F-E6B64CDD582A}"/>
              </a:ext>
            </a:extLst>
          </p:cNvPr>
          <p:cNvCxnSpPr>
            <a:cxnSpLocks/>
          </p:cNvCxnSpPr>
          <p:nvPr/>
        </p:nvCxnSpPr>
        <p:spPr>
          <a:xfrm>
            <a:off x="4882242" y="759280"/>
            <a:ext cx="7309758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4141ED5-3B47-47AD-80EB-7F354019EEA6}"/>
              </a:ext>
            </a:extLst>
          </p:cNvPr>
          <p:cNvGrpSpPr/>
          <p:nvPr/>
        </p:nvGrpSpPr>
        <p:grpSpPr>
          <a:xfrm>
            <a:off x="4046764" y="1877971"/>
            <a:ext cx="4098472" cy="3665579"/>
            <a:chOff x="4046764" y="1877971"/>
            <a:chExt cx="4098472" cy="3665579"/>
          </a:xfrm>
        </p:grpSpPr>
        <p:grpSp>
          <p:nvGrpSpPr>
            <p:cNvPr id="98" name="Group 79">
              <a:extLst>
                <a:ext uri="{FF2B5EF4-FFF2-40B4-BE49-F238E27FC236}">
                  <a16:creationId xmlns:a16="http://schemas.microsoft.com/office/drawing/2014/main" id="{57DFCCFE-68CB-434D-9538-A54A096BB067}"/>
                </a:ext>
              </a:extLst>
            </p:cNvPr>
            <p:cNvGrpSpPr/>
            <p:nvPr/>
          </p:nvGrpSpPr>
          <p:grpSpPr>
            <a:xfrm>
              <a:off x="4046764" y="1877971"/>
              <a:ext cx="4098472" cy="2465243"/>
              <a:chOff x="2065013" y="1855459"/>
              <a:chExt cx="1694846" cy="1222510"/>
            </a:xfrm>
          </p:grpSpPr>
          <p:sp>
            <p:nvSpPr>
              <p:cNvPr id="101" name="Shape 251">
                <a:extLst>
                  <a:ext uri="{FF2B5EF4-FFF2-40B4-BE49-F238E27FC236}">
                    <a16:creationId xmlns:a16="http://schemas.microsoft.com/office/drawing/2014/main" id="{2F9A2039-FD75-4DE8-9B8F-8F3B601CFBDA}"/>
                  </a:ext>
                </a:extLst>
              </p:cNvPr>
              <p:cNvSpPr/>
              <p:nvPr/>
            </p:nvSpPr>
            <p:spPr>
              <a:xfrm>
                <a:off x="2065013" y="1855459"/>
                <a:ext cx="1694846" cy="1222510"/>
              </a:xfrm>
              <a:prstGeom prst="roundRect">
                <a:avLst>
                  <a:gd name="adj" fmla="val 3117"/>
                </a:avLst>
              </a:prstGeom>
              <a:noFill/>
              <a:ln w="381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>
                  <a:latin typeface="+mj-lt"/>
                </a:endParaRPr>
              </a:p>
            </p:txBody>
          </p:sp>
          <p:sp>
            <p:nvSpPr>
              <p:cNvPr id="102" name="Shape 252">
                <a:extLst>
                  <a:ext uri="{FF2B5EF4-FFF2-40B4-BE49-F238E27FC236}">
                    <a16:creationId xmlns:a16="http://schemas.microsoft.com/office/drawing/2014/main" id="{8A97F75A-2B8A-477C-A4DB-0CE7001B115F}"/>
                  </a:ext>
                </a:extLst>
              </p:cNvPr>
              <p:cNvSpPr/>
              <p:nvPr/>
            </p:nvSpPr>
            <p:spPr>
              <a:xfrm>
                <a:off x="2065053" y="1856170"/>
                <a:ext cx="1694766" cy="4574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635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sz="4000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1991</a:t>
                </a:r>
                <a:endParaRPr sz="40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3" name="Shape 254">
                <a:extLst>
                  <a:ext uri="{FF2B5EF4-FFF2-40B4-BE49-F238E27FC236}">
                    <a16:creationId xmlns:a16="http://schemas.microsoft.com/office/drawing/2014/main" id="{0526ECB7-4F24-4E54-B69A-956FD194BF87}"/>
                  </a:ext>
                </a:extLst>
              </p:cNvPr>
              <p:cNvSpPr/>
              <p:nvPr/>
            </p:nvSpPr>
            <p:spPr>
              <a:xfrm>
                <a:off x="2078462" y="2510603"/>
                <a:ext cx="1667949" cy="2594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defRPr sz="1600" b="1">
                    <a:solidFill>
                      <a:srgbClr val="595959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>
                  <a:defRPr sz="1800"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pPr>
                <a:r>
                  <a:rPr lang="fr-FR" sz="2800" b="1" dirty="0">
                    <a:solidFill>
                      <a:schemeClr val="tx1"/>
                    </a:solidFill>
                    <a:latin typeface="Century Gothic" panose="020B0502020202020204" pitchFamily="34" charset="0"/>
                    <a:sym typeface="Helvetica"/>
                  </a:rPr>
                  <a:t>Date de création</a:t>
                </a:r>
                <a:endParaRPr sz="2800" b="1" dirty="0">
                  <a:solidFill>
                    <a:schemeClr val="tx1"/>
                  </a:solidFill>
                  <a:latin typeface="Century Gothic" panose="020B0502020202020204" pitchFamily="34" charset="0"/>
                  <a:sym typeface="Helvetica"/>
                </a:endParaRPr>
              </a:p>
            </p:txBody>
          </p:sp>
        </p:grpSp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B1ADE52E-DC81-4A61-931D-3B2539CA88EE}"/>
                </a:ext>
              </a:extLst>
            </p:cNvPr>
            <p:cNvCxnSpPr>
              <a:cxnSpLocks/>
              <a:stCxn id="101" idx="2"/>
            </p:cNvCxnSpPr>
            <p:nvPr/>
          </p:nvCxnSpPr>
          <p:spPr>
            <a:xfrm>
              <a:off x="6096000" y="4343214"/>
              <a:ext cx="0" cy="1200336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id="{B9E1FC5F-FEB1-4118-8F33-567F57E62C32}"/>
                </a:ext>
              </a:extLst>
            </p:cNvPr>
            <p:cNvCxnSpPr>
              <a:cxnSpLocks/>
            </p:cNvCxnSpPr>
            <p:nvPr/>
          </p:nvCxnSpPr>
          <p:spPr>
            <a:xfrm>
              <a:off x="5578928" y="5543550"/>
              <a:ext cx="1034144" cy="0"/>
            </a:xfrm>
            <a:prstGeom prst="line">
              <a:avLst/>
            </a:prstGeom>
            <a:ln w="76200">
              <a:solidFill>
                <a:schemeClr val="accent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7205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279">
            <a:extLst>
              <a:ext uri="{FF2B5EF4-FFF2-40B4-BE49-F238E27FC236}">
                <a16:creationId xmlns:a16="http://schemas.microsoft.com/office/drawing/2014/main" id="{1C914C82-1C5C-4614-9D09-A03AE602E869}"/>
              </a:ext>
            </a:extLst>
          </p:cNvPr>
          <p:cNvSpPr/>
          <p:nvPr/>
        </p:nvSpPr>
        <p:spPr>
          <a:xfrm>
            <a:off x="11813721" y="6490607"/>
            <a:ext cx="358850" cy="342569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fr-FR" sz="1200" b="1" dirty="0">
                <a:latin typeface="Century Gothic" panose="020B0502020202020204" pitchFamily="34" charset="0"/>
              </a:rPr>
              <a:t>3</a:t>
            </a:r>
            <a:endParaRPr sz="1200" b="1" dirty="0">
              <a:latin typeface="Century Gothic" panose="020B0502020202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79F823D-B40E-4575-AA18-F94D09EDD49E}"/>
              </a:ext>
            </a:extLst>
          </p:cNvPr>
          <p:cNvGrpSpPr/>
          <p:nvPr/>
        </p:nvGrpSpPr>
        <p:grpSpPr>
          <a:xfrm>
            <a:off x="16328" y="16328"/>
            <a:ext cx="555552" cy="530679"/>
            <a:chOff x="16328" y="16328"/>
            <a:chExt cx="555552" cy="530679"/>
          </a:xfrm>
        </p:grpSpPr>
        <p:sp>
          <p:nvSpPr>
            <p:cNvPr id="114" name="Shape 279">
              <a:extLst>
                <a:ext uri="{FF2B5EF4-FFF2-40B4-BE49-F238E27FC236}">
                  <a16:creationId xmlns:a16="http://schemas.microsoft.com/office/drawing/2014/main" id="{BC99D9E7-576E-4828-9831-12CA69A0AF86}"/>
                </a:ext>
              </a:extLst>
            </p:cNvPr>
            <p:cNvSpPr/>
            <p:nvPr/>
          </p:nvSpPr>
          <p:spPr>
            <a:xfrm>
              <a:off x="16328" y="16328"/>
              <a:ext cx="555552" cy="530679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200" b="1" dirty="0">
                <a:latin typeface="Century Gothic" panose="020B0502020202020204" pitchFamily="34" charset="0"/>
              </a:endParaRP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B381ABA9-1838-49DB-B11D-1F1BC46A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79383"/>
              <a:ext cx="260079" cy="404568"/>
            </a:xfrm>
            <a:prstGeom prst="rect">
              <a:avLst/>
            </a:prstGeom>
          </p:spPr>
        </p:pic>
      </p:grpSp>
      <p:sp>
        <p:nvSpPr>
          <p:cNvPr id="89" name="Rectangle : avec coin rogné 88">
            <a:extLst>
              <a:ext uri="{FF2B5EF4-FFF2-40B4-BE49-F238E27FC236}">
                <a16:creationId xmlns:a16="http://schemas.microsoft.com/office/drawing/2014/main" id="{0B1B1C2C-4BAC-4FC5-9E13-FDDE2E234947}"/>
              </a:ext>
            </a:extLst>
          </p:cNvPr>
          <p:cNvSpPr/>
          <p:nvPr/>
        </p:nvSpPr>
        <p:spPr>
          <a:xfrm rot="10800000" flipV="1">
            <a:off x="4882242" y="0"/>
            <a:ext cx="7309757" cy="759279"/>
          </a:xfrm>
          <a:prstGeom prst="snip1Rect">
            <a:avLst>
              <a:gd name="adj" fmla="val 0"/>
            </a:avLst>
          </a:prstGeom>
          <a:solidFill>
            <a:srgbClr val="007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latin typeface="Century Gothic" panose="020B0502020202020204" pitchFamily="34" charset="0"/>
              </a:rPr>
              <a:t>1-CENTRE DE GESTION DE GAGNOA</a:t>
            </a:r>
          </a:p>
        </p:txBody>
      </p: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990720F7-F53A-4866-A61F-E6B64CDD582A}"/>
              </a:ext>
            </a:extLst>
          </p:cNvPr>
          <p:cNvCxnSpPr>
            <a:cxnSpLocks/>
          </p:cNvCxnSpPr>
          <p:nvPr/>
        </p:nvCxnSpPr>
        <p:spPr>
          <a:xfrm>
            <a:off x="4882242" y="759280"/>
            <a:ext cx="7309758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1">
            <a:extLst>
              <a:ext uri="{FF2B5EF4-FFF2-40B4-BE49-F238E27FC236}">
                <a16:creationId xmlns:a16="http://schemas.microsoft.com/office/drawing/2014/main" id="{0B184445-E2AC-4B81-9E4C-38CBF5B93403}"/>
              </a:ext>
            </a:extLst>
          </p:cNvPr>
          <p:cNvGrpSpPr/>
          <p:nvPr/>
        </p:nvGrpSpPr>
        <p:grpSpPr>
          <a:xfrm>
            <a:off x="23495" y="1839130"/>
            <a:ext cx="12192001" cy="2168105"/>
            <a:chOff x="23495" y="1839130"/>
            <a:chExt cx="12192001" cy="2168105"/>
          </a:xfrm>
        </p:grpSpPr>
        <p:sp>
          <p:nvSpPr>
            <p:cNvPr id="135" name="Shape 208">
              <a:extLst>
                <a:ext uri="{FF2B5EF4-FFF2-40B4-BE49-F238E27FC236}">
                  <a16:creationId xmlns:a16="http://schemas.microsoft.com/office/drawing/2014/main" id="{F10D51A7-C802-42BA-9BF1-196D418949B1}"/>
                </a:ext>
              </a:extLst>
            </p:cNvPr>
            <p:cNvSpPr/>
            <p:nvPr/>
          </p:nvSpPr>
          <p:spPr>
            <a:xfrm flipH="1" flipV="1">
              <a:off x="23495" y="3814908"/>
              <a:ext cx="12192001" cy="1"/>
            </a:xfrm>
            <a:prstGeom prst="line">
              <a:avLst/>
            </a:prstGeom>
            <a:ln w="19050">
              <a:solidFill>
                <a:srgbClr val="BFBFBF"/>
              </a:solidFill>
              <a:prstDash val="sysDash"/>
              <a:bevel/>
            </a:ln>
          </p:spPr>
          <p:txBody>
            <a:bodyPr lIns="0" tIns="0" rIns="0" bIns="0"/>
            <a:lstStyle/>
            <a:p>
              <a:pPr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Century Gothic" panose="020B0502020202020204" pitchFamily="34" charset="0"/>
              </a:endParaRPr>
            </a:p>
          </p:txBody>
        </p:sp>
        <p:grpSp>
          <p:nvGrpSpPr>
            <p:cNvPr id="98" name="Group 79">
              <a:extLst>
                <a:ext uri="{FF2B5EF4-FFF2-40B4-BE49-F238E27FC236}">
                  <a16:creationId xmlns:a16="http://schemas.microsoft.com/office/drawing/2014/main" id="{57DFCCFE-68CB-434D-9538-A54A096BB067}"/>
                </a:ext>
              </a:extLst>
            </p:cNvPr>
            <p:cNvGrpSpPr/>
            <p:nvPr/>
          </p:nvGrpSpPr>
          <p:grpSpPr>
            <a:xfrm>
              <a:off x="598732" y="1839130"/>
              <a:ext cx="1694846" cy="2168105"/>
              <a:chOff x="2065013" y="1855459"/>
              <a:chExt cx="1694846" cy="2168105"/>
            </a:xfrm>
          </p:grpSpPr>
          <p:sp>
            <p:nvSpPr>
              <p:cNvPr id="100" name="Shape 215">
                <a:extLst>
                  <a:ext uri="{FF2B5EF4-FFF2-40B4-BE49-F238E27FC236}">
                    <a16:creationId xmlns:a16="http://schemas.microsoft.com/office/drawing/2014/main" id="{E79596B4-BC3F-4905-9FB3-74F381243DCB}"/>
                  </a:ext>
                </a:extLst>
              </p:cNvPr>
              <p:cNvSpPr/>
              <p:nvPr/>
            </p:nvSpPr>
            <p:spPr>
              <a:xfrm flipH="1">
                <a:off x="2911725" y="3301252"/>
                <a:ext cx="1423" cy="240338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1" name="Shape 251">
                <a:extLst>
                  <a:ext uri="{FF2B5EF4-FFF2-40B4-BE49-F238E27FC236}">
                    <a16:creationId xmlns:a16="http://schemas.microsoft.com/office/drawing/2014/main" id="{2F9A2039-FD75-4DE8-9B8F-8F3B601CFBDA}"/>
                  </a:ext>
                </a:extLst>
              </p:cNvPr>
              <p:cNvSpPr/>
              <p:nvPr/>
            </p:nvSpPr>
            <p:spPr>
              <a:xfrm>
                <a:off x="2065013" y="1855459"/>
                <a:ext cx="1694846" cy="1222510"/>
              </a:xfrm>
              <a:prstGeom prst="roundRect">
                <a:avLst>
                  <a:gd name="adj" fmla="val 3117"/>
                </a:avLst>
              </a:prstGeom>
              <a:noFill/>
              <a:ln w="381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2" name="Shape 252">
                <a:extLst>
                  <a:ext uri="{FF2B5EF4-FFF2-40B4-BE49-F238E27FC236}">
                    <a16:creationId xmlns:a16="http://schemas.microsoft.com/office/drawing/2014/main" id="{8A97F75A-2B8A-477C-A4DB-0CE7001B115F}"/>
                  </a:ext>
                </a:extLst>
              </p:cNvPr>
              <p:cNvSpPr/>
              <p:nvPr/>
            </p:nvSpPr>
            <p:spPr>
              <a:xfrm>
                <a:off x="2065053" y="1856170"/>
                <a:ext cx="1694766" cy="4574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635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1991</a:t>
                </a:r>
                <a:endParaRPr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3" name="Shape 254">
                <a:extLst>
                  <a:ext uri="{FF2B5EF4-FFF2-40B4-BE49-F238E27FC236}">
                    <a16:creationId xmlns:a16="http://schemas.microsoft.com/office/drawing/2014/main" id="{0526ECB7-4F24-4E54-B69A-956FD194BF87}"/>
                  </a:ext>
                </a:extLst>
              </p:cNvPr>
              <p:cNvSpPr/>
              <p:nvPr/>
            </p:nvSpPr>
            <p:spPr>
              <a:xfrm>
                <a:off x="2078462" y="2510603"/>
                <a:ext cx="1667949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defRPr sz="1600" b="1">
                    <a:solidFill>
                      <a:srgbClr val="595959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>
                  <a:defRPr sz="1800"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pPr>
                <a:r>
                  <a:rPr lang="fr-FR" sz="1400" b="0" dirty="0">
                    <a:solidFill>
                      <a:schemeClr val="tx1"/>
                    </a:solidFill>
                    <a:latin typeface="Century Gothic" panose="020B0502020202020204" pitchFamily="34" charset="0"/>
                    <a:sym typeface="Helvetica"/>
                  </a:rPr>
                  <a:t>Date de création</a:t>
                </a:r>
                <a:endParaRPr sz="1400" b="0" dirty="0">
                  <a:solidFill>
                    <a:schemeClr val="tx1"/>
                  </a:solidFill>
                  <a:latin typeface="Century Gothic" panose="020B0502020202020204" pitchFamily="34" charset="0"/>
                  <a:sym typeface="Helvetica"/>
                </a:endParaRPr>
              </a:p>
            </p:txBody>
          </p:sp>
          <p:sp>
            <p:nvSpPr>
              <p:cNvPr id="107" name="Shape 228">
                <a:extLst>
                  <a:ext uri="{FF2B5EF4-FFF2-40B4-BE49-F238E27FC236}">
                    <a16:creationId xmlns:a16="http://schemas.microsoft.com/office/drawing/2014/main" id="{7D0DEE14-C4DE-4A82-8326-1E248E59740B}"/>
                  </a:ext>
                </a:extLst>
              </p:cNvPr>
              <p:cNvSpPr/>
              <p:nvPr/>
            </p:nvSpPr>
            <p:spPr>
              <a:xfrm>
                <a:off x="2720105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41860E1F-84E2-427B-A69D-5B18D7210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581" y="1975953"/>
              <a:ext cx="196284" cy="196284"/>
            </a:xfrm>
            <a:prstGeom prst="rect">
              <a:avLst/>
            </a:prstGeom>
          </p:spPr>
        </p:pic>
      </p:grpSp>
      <p:sp>
        <p:nvSpPr>
          <p:cNvPr id="17" name="Shape 228">
            <a:extLst>
              <a:ext uri="{FF2B5EF4-FFF2-40B4-BE49-F238E27FC236}">
                <a16:creationId xmlns:a16="http://schemas.microsoft.com/office/drawing/2014/main" id="{861FF910-CC22-474C-9052-CA4FF63F0EEA}"/>
              </a:ext>
            </a:extLst>
          </p:cNvPr>
          <p:cNvSpPr/>
          <p:nvPr/>
        </p:nvSpPr>
        <p:spPr>
          <a:xfrm>
            <a:off x="3147979" y="3622581"/>
            <a:ext cx="384662" cy="384654"/>
          </a:xfrm>
          <a:prstGeom prst="ellipse">
            <a:avLst/>
          </a:prstGeom>
          <a:solidFill>
            <a:srgbClr val="F4F4F4"/>
          </a:solidFill>
          <a:ln w="88900" cap="flat">
            <a:solidFill>
              <a:schemeClr val="accent1">
                <a:lumMod val="60000"/>
                <a:lumOff val="40000"/>
              </a:schemeClr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070707"/>
                </a:solidFill>
              </a:defRPr>
            </a:pPr>
            <a:endParaRPr>
              <a:latin typeface="Century Gothic" panose="020B0502020202020204" pitchFamily="34" charset="0"/>
            </a:endParaRPr>
          </a:p>
        </p:txBody>
      </p:sp>
      <p:sp>
        <p:nvSpPr>
          <p:cNvPr id="57" name="Shape 215">
            <a:extLst>
              <a:ext uri="{FF2B5EF4-FFF2-40B4-BE49-F238E27FC236}">
                <a16:creationId xmlns:a16="http://schemas.microsoft.com/office/drawing/2014/main" id="{1D2256CE-44E0-4183-818D-EEBC07989C8A}"/>
              </a:ext>
            </a:extLst>
          </p:cNvPr>
          <p:cNvSpPr/>
          <p:nvPr/>
        </p:nvSpPr>
        <p:spPr>
          <a:xfrm flipH="1">
            <a:off x="3340310" y="4153832"/>
            <a:ext cx="1423" cy="240338"/>
          </a:xfrm>
          <a:prstGeom prst="line">
            <a:avLst/>
          </a:prstGeom>
          <a:noFill/>
          <a:ln w="6350" cap="flat">
            <a:solidFill>
              <a:srgbClr val="BFBFBF"/>
            </a:solidFill>
            <a:prstDash val="sysDash"/>
            <a:bevel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entury Gothic" panose="020B0502020202020204" pitchFamily="34" charset="0"/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68FD11F-26E4-49D1-BC97-C11B31947E8D}"/>
              </a:ext>
            </a:extLst>
          </p:cNvPr>
          <p:cNvGrpSpPr/>
          <p:nvPr/>
        </p:nvGrpSpPr>
        <p:grpSpPr>
          <a:xfrm>
            <a:off x="2492884" y="4540768"/>
            <a:ext cx="5903893" cy="1949794"/>
            <a:chOff x="2492884" y="4540768"/>
            <a:chExt cx="5903893" cy="1949794"/>
          </a:xfrm>
        </p:grpSpPr>
        <p:sp>
          <p:nvSpPr>
            <p:cNvPr id="18" name="Shape 272">
              <a:extLst>
                <a:ext uri="{FF2B5EF4-FFF2-40B4-BE49-F238E27FC236}">
                  <a16:creationId xmlns:a16="http://schemas.microsoft.com/office/drawing/2014/main" id="{B3C251CD-4973-4B49-9ECE-EA462634D8FC}"/>
                </a:ext>
              </a:extLst>
            </p:cNvPr>
            <p:cNvSpPr/>
            <p:nvPr/>
          </p:nvSpPr>
          <p:spPr>
            <a:xfrm>
              <a:off x="2492884" y="4540768"/>
              <a:ext cx="5903893" cy="1949794"/>
            </a:xfrm>
            <a:prstGeom prst="roundRect">
              <a:avLst>
                <a:gd name="adj" fmla="val 3036"/>
              </a:avLst>
            </a:prstGeom>
            <a:noFill/>
            <a:ln w="38100" cap="flat">
              <a:solidFill>
                <a:schemeClr val="accent5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148">
                <a:defRPr>
                  <a:solidFill>
                    <a:srgbClr val="F4F4F4"/>
                  </a:solidFill>
                </a:defRPr>
              </a:pPr>
              <a:endParaRPr>
                <a:latin typeface="Century Gothic" panose="020B0502020202020204" pitchFamily="34" charset="0"/>
              </a:endParaRPr>
            </a:p>
          </p:txBody>
        </p:sp>
        <p:sp>
          <p:nvSpPr>
            <p:cNvPr id="19" name="Shape 273">
              <a:extLst>
                <a:ext uri="{FF2B5EF4-FFF2-40B4-BE49-F238E27FC236}">
                  <a16:creationId xmlns:a16="http://schemas.microsoft.com/office/drawing/2014/main" id="{CFF31F02-6B2F-46AD-9C12-3090FFAB54CB}"/>
                </a:ext>
              </a:extLst>
            </p:cNvPr>
            <p:cNvSpPr/>
            <p:nvPr/>
          </p:nvSpPr>
          <p:spPr>
            <a:xfrm>
              <a:off x="2494404" y="4541478"/>
              <a:ext cx="1694768" cy="4574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9" y="0"/>
                  </a:moveTo>
                  <a:lnTo>
                    <a:pt x="20871" y="0"/>
                  </a:lnTo>
                  <a:cubicBezTo>
                    <a:pt x="21274" y="0"/>
                    <a:pt x="21600" y="1209"/>
                    <a:pt x="21600" y="2699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2699"/>
                  </a:lnTo>
                  <a:cubicBezTo>
                    <a:pt x="0" y="1209"/>
                    <a:pt x="326" y="0"/>
                    <a:pt x="729" y="0"/>
                  </a:cubicBezTo>
                  <a:close/>
                </a:path>
              </a:pathLst>
            </a:custGeom>
            <a:solidFill>
              <a:schemeClr val="accent5"/>
            </a:solidFill>
            <a:ln w="6350" cap="flat">
              <a:solidFill>
                <a:schemeClr val="accent5"/>
              </a:solidFill>
              <a:prstDash val="solid"/>
              <a:bevel/>
            </a:ln>
            <a:effectLst/>
          </p:spPr>
          <p:txBody>
            <a:bodyPr wrap="square" lIns="45719" tIns="45719" rIns="182880" bIns="45719" numCol="1" anchor="ctr">
              <a:noAutofit/>
            </a:bodyPr>
            <a:lstStyle/>
            <a:p>
              <a:pPr algn="ctr" defTabSz="457148">
                <a:defRPr>
                  <a:solidFill>
                    <a:srgbClr val="FFFFFF"/>
                  </a:solidFill>
                </a:defRPr>
              </a:pPr>
              <a:r>
                <a:rPr lang="en-US" b="1" dirty="0">
                  <a:solidFill>
                    <a:srgbClr val="FFFFFF"/>
                  </a:solidFill>
                  <a:latin typeface="Century Gothic" panose="020B0502020202020204" pitchFamily="34" charset="0"/>
                  <a:ea typeface="Helvetica"/>
                  <a:cs typeface="Helvetica"/>
                  <a:sym typeface="Helvetica"/>
                </a:rPr>
                <a:t>1</a:t>
              </a:r>
            </a:p>
          </p:txBody>
        </p:sp>
        <p:sp>
          <p:nvSpPr>
            <p:cNvPr id="20" name="Shape 276">
              <a:extLst>
                <a:ext uri="{FF2B5EF4-FFF2-40B4-BE49-F238E27FC236}">
                  <a16:creationId xmlns:a16="http://schemas.microsoft.com/office/drawing/2014/main" id="{FB9FC531-8BED-46AB-BD68-68B92EEFE718}"/>
                </a:ext>
              </a:extLst>
            </p:cNvPr>
            <p:cNvSpPr/>
            <p:nvPr/>
          </p:nvSpPr>
          <p:spPr>
            <a:xfrm>
              <a:off x="4535156" y="4600929"/>
              <a:ext cx="2282022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/>
              <a:r>
                <a:rPr lang="fr-FR" sz="1400" dirty="0">
                  <a:latin typeface="Century Gothic" panose="020B0502020202020204" pitchFamily="34" charset="0"/>
                  <a:ea typeface="Helvetica"/>
                  <a:cs typeface="Helvetica"/>
                  <a:sym typeface="Calibri"/>
                </a:rPr>
                <a:t>Direction du centre</a:t>
              </a:r>
              <a:endParaRPr lang="id-ID" sz="1400" dirty="0">
                <a:latin typeface="Century Gothic" panose="020B0502020202020204" pitchFamily="34" charset="0"/>
                <a:ea typeface="Helvetica"/>
                <a:cs typeface="Helvetica"/>
                <a:sym typeface="Calibri"/>
              </a:endParaRPr>
            </a:p>
          </p:txBody>
        </p:sp>
        <p:pic>
          <p:nvPicPr>
            <p:cNvPr id="56" name="Image 55">
              <a:extLst>
                <a:ext uri="{FF2B5EF4-FFF2-40B4-BE49-F238E27FC236}">
                  <a16:creationId xmlns:a16="http://schemas.microsoft.com/office/drawing/2014/main" id="{57D7907D-E484-4922-ADCD-2A85F5F9F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9113" y="4632742"/>
              <a:ext cx="274926" cy="274926"/>
            </a:xfrm>
            <a:prstGeom prst="rect">
              <a:avLst/>
            </a:prstGeom>
          </p:spPr>
        </p:pic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B1E67AC8-B9B9-47F7-989A-D3EC79B552E8}"/>
                </a:ext>
              </a:extLst>
            </p:cNvPr>
            <p:cNvSpPr txBox="1"/>
            <p:nvPr/>
          </p:nvSpPr>
          <p:spPr>
            <a:xfrm>
              <a:off x="3662108" y="5497507"/>
              <a:ext cx="40281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i="1" dirty="0">
                  <a:latin typeface="Century Gothic" panose="020B0502020202020204" pitchFamily="34" charset="0"/>
                  <a:ea typeface="Helvetica"/>
                  <a:cs typeface="Helvetica"/>
                  <a:sym typeface="Calibri"/>
                </a:rPr>
                <a:t>Directeur du Centre de Gestion</a:t>
              </a:r>
              <a:endParaRPr lang="id-ID" sz="2000" b="1" i="1" dirty="0">
                <a:latin typeface="Century Gothic" panose="020B0502020202020204" pitchFamily="34" charset="0"/>
                <a:ea typeface="Helvetica"/>
                <a:cs typeface="Helvetica"/>
                <a:sym typeface="Calibri"/>
              </a:endParaRPr>
            </a:p>
          </p:txBody>
        </p:sp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5F27180B-5186-4EE1-A93F-EA3435ABE167}"/>
                </a:ext>
              </a:extLst>
            </p:cNvPr>
            <p:cNvCxnSpPr>
              <a:cxnSpLocks/>
            </p:cNvCxnSpPr>
            <p:nvPr/>
          </p:nvCxnSpPr>
          <p:spPr>
            <a:xfrm>
              <a:off x="4708699" y="4998935"/>
              <a:ext cx="193493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973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e 31">
            <a:extLst>
              <a:ext uri="{FF2B5EF4-FFF2-40B4-BE49-F238E27FC236}">
                <a16:creationId xmlns:a16="http://schemas.microsoft.com/office/drawing/2014/main" id="{6F33BAD6-E8C6-47EE-997B-E61F86DD1B3B}"/>
              </a:ext>
            </a:extLst>
          </p:cNvPr>
          <p:cNvGrpSpPr/>
          <p:nvPr/>
        </p:nvGrpSpPr>
        <p:grpSpPr>
          <a:xfrm>
            <a:off x="23495" y="1839130"/>
            <a:ext cx="12192001" cy="2168105"/>
            <a:chOff x="23495" y="1839130"/>
            <a:chExt cx="12192001" cy="2168105"/>
          </a:xfrm>
        </p:grpSpPr>
        <p:sp>
          <p:nvSpPr>
            <p:cNvPr id="33" name="Shape 208">
              <a:extLst>
                <a:ext uri="{FF2B5EF4-FFF2-40B4-BE49-F238E27FC236}">
                  <a16:creationId xmlns:a16="http://schemas.microsoft.com/office/drawing/2014/main" id="{EE51961C-055C-4417-A79E-98A83FC6137B}"/>
                </a:ext>
              </a:extLst>
            </p:cNvPr>
            <p:cNvSpPr/>
            <p:nvPr/>
          </p:nvSpPr>
          <p:spPr>
            <a:xfrm flipH="1" flipV="1">
              <a:off x="23495" y="3814908"/>
              <a:ext cx="12192001" cy="1"/>
            </a:xfrm>
            <a:prstGeom prst="line">
              <a:avLst/>
            </a:prstGeom>
            <a:ln w="19050">
              <a:solidFill>
                <a:srgbClr val="BFBFBF"/>
              </a:solidFill>
              <a:prstDash val="sysDash"/>
              <a:bevel/>
            </a:ln>
          </p:spPr>
          <p:txBody>
            <a:bodyPr lIns="0" tIns="0" rIns="0" bIns="0"/>
            <a:lstStyle/>
            <a:p>
              <a:pPr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b="1">
                <a:latin typeface="Century Gothic" panose="020B0502020202020204" pitchFamily="34" charset="0"/>
              </a:endParaRPr>
            </a:p>
          </p:txBody>
        </p:sp>
        <p:grpSp>
          <p:nvGrpSpPr>
            <p:cNvPr id="34" name="Group 79">
              <a:extLst>
                <a:ext uri="{FF2B5EF4-FFF2-40B4-BE49-F238E27FC236}">
                  <a16:creationId xmlns:a16="http://schemas.microsoft.com/office/drawing/2014/main" id="{A6F108DD-35E5-41F2-A4D2-409F7863776A}"/>
                </a:ext>
              </a:extLst>
            </p:cNvPr>
            <p:cNvGrpSpPr/>
            <p:nvPr/>
          </p:nvGrpSpPr>
          <p:grpSpPr>
            <a:xfrm>
              <a:off x="598732" y="1839130"/>
              <a:ext cx="1694846" cy="2168105"/>
              <a:chOff x="2065013" y="1855459"/>
              <a:chExt cx="1694846" cy="2168105"/>
            </a:xfrm>
          </p:grpSpPr>
          <p:sp>
            <p:nvSpPr>
              <p:cNvPr id="36" name="Shape 215">
                <a:extLst>
                  <a:ext uri="{FF2B5EF4-FFF2-40B4-BE49-F238E27FC236}">
                    <a16:creationId xmlns:a16="http://schemas.microsoft.com/office/drawing/2014/main" id="{D69D0547-AAD4-44EA-8E9F-F6801D517AB0}"/>
                  </a:ext>
                </a:extLst>
              </p:cNvPr>
              <p:cNvSpPr/>
              <p:nvPr/>
            </p:nvSpPr>
            <p:spPr>
              <a:xfrm flipH="1">
                <a:off x="2911725" y="3301252"/>
                <a:ext cx="1423" cy="240338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37" name="Shape 251">
                <a:extLst>
                  <a:ext uri="{FF2B5EF4-FFF2-40B4-BE49-F238E27FC236}">
                    <a16:creationId xmlns:a16="http://schemas.microsoft.com/office/drawing/2014/main" id="{C09AAC10-DD6B-422E-AB6B-BCC684B1C884}"/>
                  </a:ext>
                </a:extLst>
              </p:cNvPr>
              <p:cNvSpPr/>
              <p:nvPr/>
            </p:nvSpPr>
            <p:spPr>
              <a:xfrm>
                <a:off x="2065013" y="1855459"/>
                <a:ext cx="1694846" cy="1222510"/>
              </a:xfrm>
              <a:prstGeom prst="roundRect">
                <a:avLst>
                  <a:gd name="adj" fmla="val 3117"/>
                </a:avLst>
              </a:prstGeom>
              <a:noFill/>
              <a:ln w="381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38" name="Shape 252">
                <a:extLst>
                  <a:ext uri="{FF2B5EF4-FFF2-40B4-BE49-F238E27FC236}">
                    <a16:creationId xmlns:a16="http://schemas.microsoft.com/office/drawing/2014/main" id="{DF6D38FF-C08A-42ED-9E22-3E0D26041D46}"/>
                  </a:ext>
                </a:extLst>
              </p:cNvPr>
              <p:cNvSpPr/>
              <p:nvPr/>
            </p:nvSpPr>
            <p:spPr>
              <a:xfrm>
                <a:off x="2065053" y="1856170"/>
                <a:ext cx="1694766" cy="4574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635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1991</a:t>
                </a:r>
                <a:endParaRPr b="1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39" name="Shape 254">
                <a:extLst>
                  <a:ext uri="{FF2B5EF4-FFF2-40B4-BE49-F238E27FC236}">
                    <a16:creationId xmlns:a16="http://schemas.microsoft.com/office/drawing/2014/main" id="{4E9A2CC5-7031-4238-ABFA-7C99F6A3855B}"/>
                  </a:ext>
                </a:extLst>
              </p:cNvPr>
              <p:cNvSpPr/>
              <p:nvPr/>
            </p:nvSpPr>
            <p:spPr>
              <a:xfrm>
                <a:off x="2078462" y="2510603"/>
                <a:ext cx="1667949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defRPr sz="1600" b="1">
                    <a:solidFill>
                      <a:srgbClr val="595959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>
                  <a:defRPr sz="1800"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pPr>
                <a:r>
                  <a:rPr lang="fr-FR" sz="1400" dirty="0">
                    <a:solidFill>
                      <a:schemeClr val="tx1"/>
                    </a:solidFill>
                    <a:latin typeface="Century Gothic" panose="020B0502020202020204" pitchFamily="34" charset="0"/>
                    <a:sym typeface="Helvetica"/>
                  </a:rPr>
                  <a:t>Date de création</a:t>
                </a:r>
                <a:endParaRPr sz="1400" dirty="0">
                  <a:solidFill>
                    <a:schemeClr val="tx1"/>
                  </a:solidFill>
                  <a:latin typeface="Century Gothic" panose="020B0502020202020204" pitchFamily="34" charset="0"/>
                  <a:sym typeface="Helvetica"/>
                </a:endParaRPr>
              </a:p>
            </p:txBody>
          </p:sp>
          <p:sp>
            <p:nvSpPr>
              <p:cNvPr id="40" name="Shape 228">
                <a:extLst>
                  <a:ext uri="{FF2B5EF4-FFF2-40B4-BE49-F238E27FC236}">
                    <a16:creationId xmlns:a16="http://schemas.microsoft.com/office/drawing/2014/main" id="{39DEE1F4-2963-4E80-B82C-97B6D98159F6}"/>
                  </a:ext>
                </a:extLst>
              </p:cNvPr>
              <p:cNvSpPr/>
              <p:nvPr/>
            </p:nvSpPr>
            <p:spPr>
              <a:xfrm>
                <a:off x="2720105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 b="1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5D402404-A6B7-4657-8599-8A0042D68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581" y="1975953"/>
              <a:ext cx="196284" cy="196284"/>
            </a:xfrm>
            <a:prstGeom prst="rect">
              <a:avLst/>
            </a:prstGeom>
          </p:spPr>
        </p:pic>
      </p:grpSp>
      <p:sp>
        <p:nvSpPr>
          <p:cNvPr id="113" name="Shape 279">
            <a:extLst>
              <a:ext uri="{FF2B5EF4-FFF2-40B4-BE49-F238E27FC236}">
                <a16:creationId xmlns:a16="http://schemas.microsoft.com/office/drawing/2014/main" id="{1C914C82-1C5C-4614-9D09-A03AE602E869}"/>
              </a:ext>
            </a:extLst>
          </p:cNvPr>
          <p:cNvSpPr/>
          <p:nvPr/>
        </p:nvSpPr>
        <p:spPr>
          <a:xfrm>
            <a:off x="11813721" y="6490607"/>
            <a:ext cx="358850" cy="342569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fr-FR" sz="1200" b="1" dirty="0">
                <a:latin typeface="Century Gothic" panose="020B0502020202020204" pitchFamily="34" charset="0"/>
              </a:rPr>
              <a:t>3</a:t>
            </a:r>
            <a:endParaRPr sz="1200" b="1" dirty="0">
              <a:latin typeface="Century Gothic" panose="020B0502020202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79F823D-B40E-4575-AA18-F94D09EDD49E}"/>
              </a:ext>
            </a:extLst>
          </p:cNvPr>
          <p:cNvGrpSpPr/>
          <p:nvPr/>
        </p:nvGrpSpPr>
        <p:grpSpPr>
          <a:xfrm>
            <a:off x="16328" y="16328"/>
            <a:ext cx="555552" cy="530679"/>
            <a:chOff x="16328" y="16328"/>
            <a:chExt cx="555552" cy="530679"/>
          </a:xfrm>
        </p:grpSpPr>
        <p:sp>
          <p:nvSpPr>
            <p:cNvPr id="114" name="Shape 279">
              <a:extLst>
                <a:ext uri="{FF2B5EF4-FFF2-40B4-BE49-F238E27FC236}">
                  <a16:creationId xmlns:a16="http://schemas.microsoft.com/office/drawing/2014/main" id="{BC99D9E7-576E-4828-9831-12CA69A0AF86}"/>
                </a:ext>
              </a:extLst>
            </p:cNvPr>
            <p:cNvSpPr/>
            <p:nvPr/>
          </p:nvSpPr>
          <p:spPr>
            <a:xfrm>
              <a:off x="16328" y="16328"/>
              <a:ext cx="555552" cy="530679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200" b="1" dirty="0">
                <a:latin typeface="Century Gothic" panose="020B0502020202020204" pitchFamily="34" charset="0"/>
              </a:endParaRP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B381ABA9-1838-49DB-B11D-1F1BC46A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79383"/>
              <a:ext cx="260079" cy="404568"/>
            </a:xfrm>
            <a:prstGeom prst="rect">
              <a:avLst/>
            </a:prstGeom>
          </p:spPr>
        </p:pic>
      </p:grpSp>
      <p:sp>
        <p:nvSpPr>
          <p:cNvPr id="89" name="Rectangle : avec coin rogné 88">
            <a:extLst>
              <a:ext uri="{FF2B5EF4-FFF2-40B4-BE49-F238E27FC236}">
                <a16:creationId xmlns:a16="http://schemas.microsoft.com/office/drawing/2014/main" id="{0B1B1C2C-4BAC-4FC5-9E13-FDDE2E234947}"/>
              </a:ext>
            </a:extLst>
          </p:cNvPr>
          <p:cNvSpPr/>
          <p:nvPr/>
        </p:nvSpPr>
        <p:spPr>
          <a:xfrm rot="10800000" flipV="1">
            <a:off x="4882242" y="0"/>
            <a:ext cx="7309757" cy="759279"/>
          </a:xfrm>
          <a:prstGeom prst="snip1Rect">
            <a:avLst>
              <a:gd name="adj" fmla="val 0"/>
            </a:avLst>
          </a:prstGeom>
          <a:solidFill>
            <a:srgbClr val="007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latin typeface="Century Gothic" panose="020B0502020202020204" pitchFamily="34" charset="0"/>
              </a:rPr>
              <a:t>1-CENTRE DE GESTION DE GAGNOA</a:t>
            </a:r>
          </a:p>
        </p:txBody>
      </p: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990720F7-F53A-4866-A61F-E6B64CDD582A}"/>
              </a:ext>
            </a:extLst>
          </p:cNvPr>
          <p:cNvCxnSpPr>
            <a:cxnSpLocks/>
          </p:cNvCxnSpPr>
          <p:nvPr/>
        </p:nvCxnSpPr>
        <p:spPr>
          <a:xfrm>
            <a:off x="4882242" y="759280"/>
            <a:ext cx="7309758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hape 228">
            <a:extLst>
              <a:ext uri="{FF2B5EF4-FFF2-40B4-BE49-F238E27FC236}">
                <a16:creationId xmlns:a16="http://schemas.microsoft.com/office/drawing/2014/main" id="{40B499F0-0D98-4E9E-A041-FC3602B38F3B}"/>
              </a:ext>
            </a:extLst>
          </p:cNvPr>
          <p:cNvSpPr/>
          <p:nvPr/>
        </p:nvSpPr>
        <p:spPr>
          <a:xfrm>
            <a:off x="3148697" y="3622581"/>
            <a:ext cx="384662" cy="384654"/>
          </a:xfrm>
          <a:prstGeom prst="ellipse">
            <a:avLst/>
          </a:prstGeom>
          <a:solidFill>
            <a:srgbClr val="F4F4F4"/>
          </a:solidFill>
          <a:ln w="88900" cap="flat">
            <a:solidFill>
              <a:schemeClr val="accent1">
                <a:lumMod val="60000"/>
                <a:lumOff val="40000"/>
              </a:schemeClr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070707"/>
                </a:solidFill>
              </a:defRPr>
            </a:pPr>
            <a:endParaRPr b="1">
              <a:latin typeface="Century Gothic" panose="020B0502020202020204" pitchFamily="34" charset="0"/>
            </a:endParaRPr>
          </a:p>
        </p:txBody>
      </p:sp>
      <p:sp>
        <p:nvSpPr>
          <p:cNvPr id="18" name="Shape 272">
            <a:extLst>
              <a:ext uri="{FF2B5EF4-FFF2-40B4-BE49-F238E27FC236}">
                <a16:creationId xmlns:a16="http://schemas.microsoft.com/office/drawing/2014/main" id="{A6AB0637-2437-424C-A584-814BDFD375DC}"/>
              </a:ext>
            </a:extLst>
          </p:cNvPr>
          <p:cNvSpPr/>
          <p:nvPr/>
        </p:nvSpPr>
        <p:spPr>
          <a:xfrm>
            <a:off x="2492885" y="4540768"/>
            <a:ext cx="1694850" cy="1255083"/>
          </a:xfrm>
          <a:prstGeom prst="roundRect">
            <a:avLst>
              <a:gd name="adj" fmla="val 3036"/>
            </a:avLst>
          </a:prstGeom>
          <a:noFill/>
          <a:ln w="38100" cap="flat">
            <a:solidFill>
              <a:schemeClr val="accent5"/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F4F4F4"/>
                </a:solidFill>
              </a:defRPr>
            </a:pPr>
            <a:endParaRPr b="1">
              <a:latin typeface="Century Gothic" panose="020B0502020202020204" pitchFamily="34" charset="0"/>
            </a:endParaRPr>
          </a:p>
        </p:txBody>
      </p:sp>
      <p:sp>
        <p:nvSpPr>
          <p:cNvPr id="19" name="Shape 273">
            <a:extLst>
              <a:ext uri="{FF2B5EF4-FFF2-40B4-BE49-F238E27FC236}">
                <a16:creationId xmlns:a16="http://schemas.microsoft.com/office/drawing/2014/main" id="{20BFA44C-9CAC-4114-B44F-26C4684B8251}"/>
              </a:ext>
            </a:extLst>
          </p:cNvPr>
          <p:cNvSpPr/>
          <p:nvPr/>
        </p:nvSpPr>
        <p:spPr>
          <a:xfrm>
            <a:off x="2494404" y="4541478"/>
            <a:ext cx="1694768" cy="457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9" y="0"/>
                </a:moveTo>
                <a:lnTo>
                  <a:pt x="20871" y="0"/>
                </a:lnTo>
                <a:cubicBezTo>
                  <a:pt x="21274" y="0"/>
                  <a:pt x="21600" y="1209"/>
                  <a:pt x="21600" y="269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2699"/>
                </a:lnTo>
                <a:cubicBezTo>
                  <a:pt x="0" y="1209"/>
                  <a:pt x="326" y="0"/>
                  <a:pt x="729" y="0"/>
                </a:cubicBezTo>
                <a:close/>
              </a:path>
            </a:pathLst>
          </a:custGeom>
          <a:solidFill>
            <a:schemeClr val="accent5"/>
          </a:solidFill>
          <a:ln w="6350" cap="flat">
            <a:solidFill>
              <a:schemeClr val="accent5"/>
            </a:solidFill>
            <a:prstDash val="solid"/>
            <a:bevel/>
          </a:ln>
          <a:effectLst/>
        </p:spPr>
        <p:txBody>
          <a:bodyPr wrap="square" lIns="45719" tIns="45719" rIns="182880" bIns="45719" numCol="1" anchor="ctr">
            <a:noAutofit/>
          </a:bodyPr>
          <a:lstStyle/>
          <a:p>
            <a:pPr algn="ctr" defTabSz="457148">
              <a:defRPr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FFFF"/>
                </a:solidFill>
                <a:latin typeface="Century Gothic" panose="020B0502020202020204" pitchFamily="34" charset="0"/>
                <a:ea typeface="Helvetica"/>
                <a:cs typeface="Helvetica"/>
                <a:sym typeface="Helvetica"/>
              </a:rPr>
              <a:t>1</a:t>
            </a:r>
          </a:p>
        </p:txBody>
      </p:sp>
      <p:sp>
        <p:nvSpPr>
          <p:cNvPr id="20" name="Shape 276">
            <a:extLst>
              <a:ext uri="{FF2B5EF4-FFF2-40B4-BE49-F238E27FC236}">
                <a16:creationId xmlns:a16="http://schemas.microsoft.com/office/drawing/2014/main" id="{BF5F42DC-6131-4A22-85CE-8330C1C8D602}"/>
              </a:ext>
            </a:extLst>
          </p:cNvPr>
          <p:cNvSpPr/>
          <p:nvPr/>
        </p:nvSpPr>
        <p:spPr>
          <a:xfrm>
            <a:off x="2460880" y="5287313"/>
            <a:ext cx="176359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  <a:sym typeface="Calibri"/>
              </a:rPr>
              <a:t>Direction du centre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  <a:sym typeface="Calibri"/>
            </a:endParaRPr>
          </a:p>
        </p:txBody>
      </p:sp>
      <p:sp>
        <p:nvSpPr>
          <p:cNvPr id="21" name="Shape 215">
            <a:extLst>
              <a:ext uri="{FF2B5EF4-FFF2-40B4-BE49-F238E27FC236}">
                <a16:creationId xmlns:a16="http://schemas.microsoft.com/office/drawing/2014/main" id="{AFD412D0-DF3C-40B2-B39E-8DB4C596D35D}"/>
              </a:ext>
            </a:extLst>
          </p:cNvPr>
          <p:cNvSpPr/>
          <p:nvPr/>
        </p:nvSpPr>
        <p:spPr>
          <a:xfrm flipH="1">
            <a:off x="3333150" y="4121871"/>
            <a:ext cx="1423" cy="240338"/>
          </a:xfrm>
          <a:prstGeom prst="line">
            <a:avLst/>
          </a:prstGeom>
          <a:noFill/>
          <a:ln w="6350" cap="flat">
            <a:solidFill>
              <a:srgbClr val="BFBFBF"/>
            </a:solidFill>
            <a:prstDash val="sysDash"/>
            <a:bevel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b="1" dirty="0">
              <a:latin typeface="Century Gothic" panose="020B0502020202020204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881C0C93-D93D-43B7-AE79-1A3D09E72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113" y="4632742"/>
            <a:ext cx="274926" cy="274926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id="{2B15DB62-825A-4EED-83E3-D98D60153653}"/>
              </a:ext>
            </a:extLst>
          </p:cNvPr>
          <p:cNvGrpSpPr/>
          <p:nvPr/>
        </p:nvGrpSpPr>
        <p:grpSpPr>
          <a:xfrm>
            <a:off x="4187735" y="982561"/>
            <a:ext cx="5903893" cy="2302362"/>
            <a:chOff x="2492884" y="4188200"/>
            <a:chExt cx="5903893" cy="2302362"/>
          </a:xfrm>
        </p:grpSpPr>
        <p:sp>
          <p:nvSpPr>
            <p:cNvPr id="24" name="Shape 272">
              <a:extLst>
                <a:ext uri="{FF2B5EF4-FFF2-40B4-BE49-F238E27FC236}">
                  <a16:creationId xmlns:a16="http://schemas.microsoft.com/office/drawing/2014/main" id="{F3B6557E-5029-4EE0-8B5F-96F94B84CB56}"/>
                </a:ext>
              </a:extLst>
            </p:cNvPr>
            <p:cNvSpPr/>
            <p:nvPr/>
          </p:nvSpPr>
          <p:spPr>
            <a:xfrm>
              <a:off x="2492884" y="4188201"/>
              <a:ext cx="5903893" cy="2302361"/>
            </a:xfrm>
            <a:prstGeom prst="roundRect">
              <a:avLst>
                <a:gd name="adj" fmla="val 3036"/>
              </a:avLst>
            </a:prstGeom>
            <a:noFill/>
            <a:ln w="38100" cap="flat">
              <a:solidFill>
                <a:schemeClr val="accent4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148">
                <a:defRPr>
                  <a:solidFill>
                    <a:srgbClr val="F4F4F4"/>
                  </a:solidFill>
                </a:defRPr>
              </a:pPr>
              <a:endParaRPr>
                <a:latin typeface="Century Gothic" panose="020B0502020202020204" pitchFamily="34" charset="0"/>
              </a:endParaRPr>
            </a:p>
          </p:txBody>
        </p:sp>
        <p:sp>
          <p:nvSpPr>
            <p:cNvPr id="25" name="Shape 273">
              <a:extLst>
                <a:ext uri="{FF2B5EF4-FFF2-40B4-BE49-F238E27FC236}">
                  <a16:creationId xmlns:a16="http://schemas.microsoft.com/office/drawing/2014/main" id="{2128C52C-AADF-4AB2-A20C-AC0B5CB7E1DC}"/>
                </a:ext>
              </a:extLst>
            </p:cNvPr>
            <p:cNvSpPr/>
            <p:nvPr/>
          </p:nvSpPr>
          <p:spPr>
            <a:xfrm>
              <a:off x="2501336" y="4188200"/>
              <a:ext cx="1694768" cy="4574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9" y="0"/>
                  </a:moveTo>
                  <a:lnTo>
                    <a:pt x="20871" y="0"/>
                  </a:lnTo>
                  <a:cubicBezTo>
                    <a:pt x="21274" y="0"/>
                    <a:pt x="21600" y="1209"/>
                    <a:pt x="21600" y="2699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2699"/>
                  </a:lnTo>
                  <a:cubicBezTo>
                    <a:pt x="0" y="1209"/>
                    <a:pt x="326" y="0"/>
                    <a:pt x="729" y="0"/>
                  </a:cubicBezTo>
                  <a:close/>
                </a:path>
              </a:pathLst>
            </a:custGeom>
            <a:solidFill>
              <a:schemeClr val="accent4"/>
            </a:solidFill>
            <a:ln w="6350" cap="flat">
              <a:solidFill>
                <a:schemeClr val="accent2"/>
              </a:solidFill>
              <a:prstDash val="solid"/>
              <a:bevel/>
            </a:ln>
            <a:effectLst/>
          </p:spPr>
          <p:txBody>
            <a:bodyPr wrap="square" lIns="45719" tIns="45719" rIns="182880" bIns="45719" numCol="1" anchor="ctr">
              <a:noAutofit/>
            </a:bodyPr>
            <a:lstStyle/>
            <a:p>
              <a:pPr algn="ctr" defTabSz="457148">
                <a:defRPr>
                  <a:solidFill>
                    <a:srgbClr val="FFFFFF"/>
                  </a:solidFill>
                </a:defRPr>
              </a:pPr>
              <a:r>
                <a:rPr lang="en-US" b="1" dirty="0">
                  <a:solidFill>
                    <a:srgbClr val="FFFFFF"/>
                  </a:solidFill>
                  <a:latin typeface="Century Gothic" panose="020B0502020202020204" pitchFamily="34" charset="0"/>
                  <a:ea typeface="Helvetica"/>
                  <a:cs typeface="Helvetica"/>
                  <a:sym typeface="Helvetica"/>
                </a:rPr>
                <a:t>2</a:t>
              </a:r>
            </a:p>
          </p:txBody>
        </p:sp>
        <p:sp>
          <p:nvSpPr>
            <p:cNvPr id="26" name="Shape 276">
              <a:extLst>
                <a:ext uri="{FF2B5EF4-FFF2-40B4-BE49-F238E27FC236}">
                  <a16:creationId xmlns:a16="http://schemas.microsoft.com/office/drawing/2014/main" id="{D62EAC29-A9BB-4A61-9D33-C88D233E1835}"/>
                </a:ext>
              </a:extLst>
            </p:cNvPr>
            <p:cNvSpPr/>
            <p:nvPr/>
          </p:nvSpPr>
          <p:spPr>
            <a:xfrm>
              <a:off x="4866296" y="4226531"/>
              <a:ext cx="2282022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/>
              <a:r>
                <a:rPr lang="fr-FR" sz="1600" b="1" dirty="0">
                  <a:latin typeface="Century Gothic" panose="020B0502020202020204" pitchFamily="34" charset="0"/>
                  <a:ea typeface="Helvetica"/>
                  <a:cs typeface="Helvetica"/>
                  <a:sym typeface="Calibri"/>
                </a:rPr>
                <a:t>Services</a:t>
              </a:r>
              <a:endParaRPr lang="id-ID" sz="1600" b="1" dirty="0">
                <a:latin typeface="Century Gothic" panose="020B0502020202020204" pitchFamily="34" charset="0"/>
                <a:ea typeface="Helvetica"/>
                <a:cs typeface="Helvetica"/>
                <a:sym typeface="Calibri"/>
              </a:endParaRPr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EFDDED59-EA40-4AA8-B5E2-7792802D9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7213" y="4279465"/>
              <a:ext cx="274926" cy="274926"/>
            </a:xfrm>
            <a:prstGeom prst="rect">
              <a:avLst/>
            </a:prstGeom>
            <a:ln>
              <a:noFill/>
            </a:ln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15CD00B7-E78F-4B4E-BCB5-63DF04DB7F96}"/>
                </a:ext>
              </a:extLst>
            </p:cNvPr>
            <p:cNvSpPr txBox="1"/>
            <p:nvPr/>
          </p:nvSpPr>
          <p:spPr>
            <a:xfrm>
              <a:off x="3048727" y="4925933"/>
              <a:ext cx="480047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2000" b="1" dirty="0"/>
                <a:t>Opérations Techniques et Commerciales</a:t>
              </a:r>
            </a:p>
          </p:txBody>
        </p:sp>
        <p:sp>
          <p:nvSpPr>
            <p:cNvPr id="29" name="Shape 276">
              <a:extLst>
                <a:ext uri="{FF2B5EF4-FFF2-40B4-BE49-F238E27FC236}">
                  <a16:creationId xmlns:a16="http://schemas.microsoft.com/office/drawing/2014/main" id="{671FA9B8-6FDD-480B-80F8-B3E28C5763C2}"/>
                </a:ext>
              </a:extLst>
            </p:cNvPr>
            <p:cNvSpPr/>
            <p:nvPr/>
          </p:nvSpPr>
          <p:spPr>
            <a:xfrm>
              <a:off x="3252397" y="5247928"/>
              <a:ext cx="3362445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/>
              <a:r>
                <a:rPr lang="fr-FR" sz="1200" b="1" i="1" dirty="0">
                  <a:latin typeface="Century Gothic" panose="020B0502020202020204" pitchFamily="34" charset="0"/>
                  <a:ea typeface="Helvetica"/>
                  <a:cs typeface="Helvetica"/>
                  <a:sym typeface="Calibri"/>
                </a:rPr>
                <a:t>Cne ANOUGBA Jean Bertin</a:t>
              </a:r>
              <a:endParaRPr lang="id-ID" sz="1200" b="1" i="1" dirty="0">
                <a:latin typeface="Century Gothic" panose="020B0502020202020204" pitchFamily="34" charset="0"/>
                <a:ea typeface="Helvetica"/>
                <a:cs typeface="Helvetica"/>
                <a:sym typeface="Calibri"/>
              </a:endParaRPr>
            </a:p>
          </p:txBody>
        </p: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A231D29F-4E87-439A-9244-6D494DE61CDE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39" y="4624537"/>
              <a:ext cx="1934936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Shape 221">
            <a:extLst>
              <a:ext uri="{FF2B5EF4-FFF2-40B4-BE49-F238E27FC236}">
                <a16:creationId xmlns:a16="http://schemas.microsoft.com/office/drawing/2014/main" id="{D78F2411-7B0D-4DAD-B5B6-E63F3F9D2664}"/>
              </a:ext>
            </a:extLst>
          </p:cNvPr>
          <p:cNvSpPr/>
          <p:nvPr/>
        </p:nvSpPr>
        <p:spPr>
          <a:xfrm flipH="1">
            <a:off x="5235203" y="3280606"/>
            <a:ext cx="1398" cy="241280"/>
          </a:xfrm>
          <a:prstGeom prst="line">
            <a:avLst/>
          </a:prstGeom>
          <a:noFill/>
          <a:ln w="6350" cap="flat">
            <a:solidFill>
              <a:srgbClr val="BFBFBF"/>
            </a:solidFill>
            <a:prstDash val="sysDash"/>
            <a:bevel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+mj-lt"/>
            </a:endParaRPr>
          </a:p>
        </p:txBody>
      </p:sp>
      <p:sp>
        <p:nvSpPr>
          <p:cNvPr id="41" name="Shape 237">
            <a:extLst>
              <a:ext uri="{FF2B5EF4-FFF2-40B4-BE49-F238E27FC236}">
                <a16:creationId xmlns:a16="http://schemas.microsoft.com/office/drawing/2014/main" id="{2D945571-246A-4C8E-BC42-BC5018F39096}"/>
              </a:ext>
            </a:extLst>
          </p:cNvPr>
          <p:cNvSpPr/>
          <p:nvPr/>
        </p:nvSpPr>
        <p:spPr>
          <a:xfrm>
            <a:off x="5043571" y="3622581"/>
            <a:ext cx="384662" cy="384654"/>
          </a:xfrm>
          <a:prstGeom prst="ellipse">
            <a:avLst/>
          </a:prstGeom>
          <a:solidFill>
            <a:srgbClr val="F4F4F4"/>
          </a:solidFill>
          <a:ln w="88900" cap="flat">
            <a:solidFill>
              <a:schemeClr val="accent4"/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070707"/>
                </a:solidFill>
              </a:defRPr>
            </a:pPr>
            <a:endParaRPr>
              <a:latin typeface="+mj-lt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67CA77FB-8D15-4E83-BEF4-4B46C362FA3F}"/>
              </a:ext>
            </a:extLst>
          </p:cNvPr>
          <p:cNvSpPr/>
          <p:nvPr/>
        </p:nvSpPr>
        <p:spPr>
          <a:xfrm>
            <a:off x="4324739" y="1734102"/>
            <a:ext cx="409575" cy="40957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2D71343-ACD0-40ED-A340-C4EBD5679F2F}"/>
              </a:ext>
            </a:extLst>
          </p:cNvPr>
          <p:cNvSpPr/>
          <p:nvPr/>
        </p:nvSpPr>
        <p:spPr>
          <a:xfrm>
            <a:off x="4371843" y="2509512"/>
            <a:ext cx="409575" cy="40957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A43E73F7-4B93-451E-B088-C369B3AFF7EB}"/>
              </a:ext>
            </a:extLst>
          </p:cNvPr>
          <p:cNvSpPr txBox="1"/>
          <p:nvPr/>
        </p:nvSpPr>
        <p:spPr>
          <a:xfrm>
            <a:off x="4781418" y="2511612"/>
            <a:ext cx="480047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dirty="0"/>
              <a:t>Administratif et financier</a:t>
            </a:r>
          </a:p>
        </p:txBody>
      </p:sp>
      <p:sp>
        <p:nvSpPr>
          <p:cNvPr id="44" name="Shape 276">
            <a:extLst>
              <a:ext uri="{FF2B5EF4-FFF2-40B4-BE49-F238E27FC236}">
                <a16:creationId xmlns:a16="http://schemas.microsoft.com/office/drawing/2014/main" id="{7728217D-ABF0-496C-8C08-40CE95BDBC18}"/>
              </a:ext>
            </a:extLst>
          </p:cNvPr>
          <p:cNvSpPr/>
          <p:nvPr/>
        </p:nvSpPr>
        <p:spPr>
          <a:xfrm>
            <a:off x="4994352" y="2849271"/>
            <a:ext cx="336244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200" b="1" i="1" dirty="0">
                <a:latin typeface="Century Gothic" panose="020B0502020202020204" pitchFamily="34" charset="0"/>
                <a:ea typeface="Helvetica"/>
                <a:cs typeface="Helvetica"/>
                <a:sym typeface="Calibri"/>
              </a:rPr>
              <a:t>Mme COULIBALY Yelet</a:t>
            </a:r>
            <a:endParaRPr lang="id-ID" sz="1200" b="1" i="1" dirty="0">
              <a:latin typeface="Century Gothic" panose="020B0502020202020204" pitchFamily="34" charset="0"/>
              <a:ea typeface="Helvetica"/>
              <a:cs typeface="Helvetica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212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e 31">
            <a:extLst>
              <a:ext uri="{FF2B5EF4-FFF2-40B4-BE49-F238E27FC236}">
                <a16:creationId xmlns:a16="http://schemas.microsoft.com/office/drawing/2014/main" id="{6F33BAD6-E8C6-47EE-997B-E61F86DD1B3B}"/>
              </a:ext>
            </a:extLst>
          </p:cNvPr>
          <p:cNvGrpSpPr/>
          <p:nvPr/>
        </p:nvGrpSpPr>
        <p:grpSpPr>
          <a:xfrm>
            <a:off x="23495" y="1839130"/>
            <a:ext cx="12192001" cy="2168105"/>
            <a:chOff x="23495" y="1839130"/>
            <a:chExt cx="12192001" cy="2168105"/>
          </a:xfrm>
        </p:grpSpPr>
        <p:sp>
          <p:nvSpPr>
            <p:cNvPr id="33" name="Shape 208">
              <a:extLst>
                <a:ext uri="{FF2B5EF4-FFF2-40B4-BE49-F238E27FC236}">
                  <a16:creationId xmlns:a16="http://schemas.microsoft.com/office/drawing/2014/main" id="{EE51961C-055C-4417-A79E-98A83FC6137B}"/>
                </a:ext>
              </a:extLst>
            </p:cNvPr>
            <p:cNvSpPr/>
            <p:nvPr/>
          </p:nvSpPr>
          <p:spPr>
            <a:xfrm flipH="1" flipV="1">
              <a:off x="23495" y="3814908"/>
              <a:ext cx="12192001" cy="1"/>
            </a:xfrm>
            <a:prstGeom prst="line">
              <a:avLst/>
            </a:prstGeom>
            <a:ln w="19050">
              <a:solidFill>
                <a:srgbClr val="BFBFBF"/>
              </a:solidFill>
              <a:prstDash val="sysDash"/>
              <a:bevel/>
            </a:ln>
          </p:spPr>
          <p:txBody>
            <a:bodyPr lIns="0" tIns="0" rIns="0" bIns="0"/>
            <a:lstStyle/>
            <a:p>
              <a:pPr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b="1">
                <a:latin typeface="Century Gothic" panose="020B0502020202020204" pitchFamily="34" charset="0"/>
              </a:endParaRPr>
            </a:p>
          </p:txBody>
        </p:sp>
        <p:grpSp>
          <p:nvGrpSpPr>
            <p:cNvPr id="34" name="Group 79">
              <a:extLst>
                <a:ext uri="{FF2B5EF4-FFF2-40B4-BE49-F238E27FC236}">
                  <a16:creationId xmlns:a16="http://schemas.microsoft.com/office/drawing/2014/main" id="{A6F108DD-35E5-41F2-A4D2-409F7863776A}"/>
                </a:ext>
              </a:extLst>
            </p:cNvPr>
            <p:cNvGrpSpPr/>
            <p:nvPr/>
          </p:nvGrpSpPr>
          <p:grpSpPr>
            <a:xfrm>
              <a:off x="598732" y="1839130"/>
              <a:ext cx="1694846" cy="2168105"/>
              <a:chOff x="2065013" y="1855459"/>
              <a:chExt cx="1694846" cy="2168105"/>
            </a:xfrm>
          </p:grpSpPr>
          <p:sp>
            <p:nvSpPr>
              <p:cNvPr id="36" name="Shape 215">
                <a:extLst>
                  <a:ext uri="{FF2B5EF4-FFF2-40B4-BE49-F238E27FC236}">
                    <a16:creationId xmlns:a16="http://schemas.microsoft.com/office/drawing/2014/main" id="{D69D0547-AAD4-44EA-8E9F-F6801D517AB0}"/>
                  </a:ext>
                </a:extLst>
              </p:cNvPr>
              <p:cNvSpPr/>
              <p:nvPr/>
            </p:nvSpPr>
            <p:spPr>
              <a:xfrm flipH="1">
                <a:off x="2911725" y="3301252"/>
                <a:ext cx="1423" cy="240338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37" name="Shape 251">
                <a:extLst>
                  <a:ext uri="{FF2B5EF4-FFF2-40B4-BE49-F238E27FC236}">
                    <a16:creationId xmlns:a16="http://schemas.microsoft.com/office/drawing/2014/main" id="{C09AAC10-DD6B-422E-AB6B-BCC684B1C884}"/>
                  </a:ext>
                </a:extLst>
              </p:cNvPr>
              <p:cNvSpPr/>
              <p:nvPr/>
            </p:nvSpPr>
            <p:spPr>
              <a:xfrm>
                <a:off x="2065013" y="1855459"/>
                <a:ext cx="1694846" cy="1222510"/>
              </a:xfrm>
              <a:prstGeom prst="roundRect">
                <a:avLst>
                  <a:gd name="adj" fmla="val 3117"/>
                </a:avLst>
              </a:prstGeom>
              <a:noFill/>
              <a:ln w="381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38" name="Shape 252">
                <a:extLst>
                  <a:ext uri="{FF2B5EF4-FFF2-40B4-BE49-F238E27FC236}">
                    <a16:creationId xmlns:a16="http://schemas.microsoft.com/office/drawing/2014/main" id="{DF6D38FF-C08A-42ED-9E22-3E0D26041D46}"/>
                  </a:ext>
                </a:extLst>
              </p:cNvPr>
              <p:cNvSpPr/>
              <p:nvPr/>
            </p:nvSpPr>
            <p:spPr>
              <a:xfrm>
                <a:off x="2065053" y="1856170"/>
                <a:ext cx="1694766" cy="4574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635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1991</a:t>
                </a:r>
                <a:endParaRPr b="1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39" name="Shape 254">
                <a:extLst>
                  <a:ext uri="{FF2B5EF4-FFF2-40B4-BE49-F238E27FC236}">
                    <a16:creationId xmlns:a16="http://schemas.microsoft.com/office/drawing/2014/main" id="{4E9A2CC5-7031-4238-ABFA-7C99F6A3855B}"/>
                  </a:ext>
                </a:extLst>
              </p:cNvPr>
              <p:cNvSpPr/>
              <p:nvPr/>
            </p:nvSpPr>
            <p:spPr>
              <a:xfrm>
                <a:off x="2078462" y="2510603"/>
                <a:ext cx="1667949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defRPr sz="1600" b="1">
                    <a:solidFill>
                      <a:srgbClr val="595959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>
                  <a:defRPr sz="1800"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pPr>
                <a:r>
                  <a:rPr lang="fr-FR" sz="1400" dirty="0">
                    <a:solidFill>
                      <a:schemeClr val="tx1"/>
                    </a:solidFill>
                    <a:latin typeface="Century Gothic" panose="020B0502020202020204" pitchFamily="34" charset="0"/>
                    <a:sym typeface="Helvetica"/>
                  </a:rPr>
                  <a:t>Date de création</a:t>
                </a:r>
                <a:endParaRPr sz="1400" dirty="0">
                  <a:solidFill>
                    <a:schemeClr val="tx1"/>
                  </a:solidFill>
                  <a:latin typeface="Century Gothic" panose="020B0502020202020204" pitchFamily="34" charset="0"/>
                  <a:sym typeface="Helvetica"/>
                </a:endParaRPr>
              </a:p>
            </p:txBody>
          </p:sp>
          <p:sp>
            <p:nvSpPr>
              <p:cNvPr id="40" name="Shape 228">
                <a:extLst>
                  <a:ext uri="{FF2B5EF4-FFF2-40B4-BE49-F238E27FC236}">
                    <a16:creationId xmlns:a16="http://schemas.microsoft.com/office/drawing/2014/main" id="{39DEE1F4-2963-4E80-B82C-97B6D98159F6}"/>
                  </a:ext>
                </a:extLst>
              </p:cNvPr>
              <p:cNvSpPr/>
              <p:nvPr/>
            </p:nvSpPr>
            <p:spPr>
              <a:xfrm>
                <a:off x="2720105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 b="1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5D402404-A6B7-4657-8599-8A0042D68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581" y="1975953"/>
              <a:ext cx="196284" cy="196284"/>
            </a:xfrm>
            <a:prstGeom prst="rect">
              <a:avLst/>
            </a:prstGeom>
          </p:spPr>
        </p:pic>
      </p:grpSp>
      <p:sp>
        <p:nvSpPr>
          <p:cNvPr id="113" name="Shape 279">
            <a:extLst>
              <a:ext uri="{FF2B5EF4-FFF2-40B4-BE49-F238E27FC236}">
                <a16:creationId xmlns:a16="http://schemas.microsoft.com/office/drawing/2014/main" id="{1C914C82-1C5C-4614-9D09-A03AE602E869}"/>
              </a:ext>
            </a:extLst>
          </p:cNvPr>
          <p:cNvSpPr/>
          <p:nvPr/>
        </p:nvSpPr>
        <p:spPr>
          <a:xfrm>
            <a:off x="11813721" y="6490607"/>
            <a:ext cx="358850" cy="342569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fr-FR" sz="1200" b="1" dirty="0">
                <a:latin typeface="Century Gothic" panose="020B0502020202020204" pitchFamily="34" charset="0"/>
              </a:rPr>
              <a:t>3</a:t>
            </a:r>
            <a:endParaRPr sz="1200" b="1" dirty="0">
              <a:latin typeface="Century Gothic" panose="020B0502020202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79F823D-B40E-4575-AA18-F94D09EDD49E}"/>
              </a:ext>
            </a:extLst>
          </p:cNvPr>
          <p:cNvGrpSpPr/>
          <p:nvPr/>
        </p:nvGrpSpPr>
        <p:grpSpPr>
          <a:xfrm>
            <a:off x="16328" y="16328"/>
            <a:ext cx="555552" cy="530679"/>
            <a:chOff x="16328" y="16328"/>
            <a:chExt cx="555552" cy="530679"/>
          </a:xfrm>
        </p:grpSpPr>
        <p:sp>
          <p:nvSpPr>
            <p:cNvPr id="114" name="Shape 279">
              <a:extLst>
                <a:ext uri="{FF2B5EF4-FFF2-40B4-BE49-F238E27FC236}">
                  <a16:creationId xmlns:a16="http://schemas.microsoft.com/office/drawing/2014/main" id="{BC99D9E7-576E-4828-9831-12CA69A0AF86}"/>
                </a:ext>
              </a:extLst>
            </p:cNvPr>
            <p:cNvSpPr/>
            <p:nvPr/>
          </p:nvSpPr>
          <p:spPr>
            <a:xfrm>
              <a:off x="16328" y="16328"/>
              <a:ext cx="555552" cy="530679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200" b="1" dirty="0">
                <a:latin typeface="Century Gothic" panose="020B0502020202020204" pitchFamily="34" charset="0"/>
              </a:endParaRP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B381ABA9-1838-49DB-B11D-1F1BC46A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79383"/>
              <a:ext cx="260079" cy="404568"/>
            </a:xfrm>
            <a:prstGeom prst="rect">
              <a:avLst/>
            </a:prstGeom>
          </p:spPr>
        </p:pic>
      </p:grpSp>
      <p:sp>
        <p:nvSpPr>
          <p:cNvPr id="89" name="Rectangle : avec coin rogné 88">
            <a:extLst>
              <a:ext uri="{FF2B5EF4-FFF2-40B4-BE49-F238E27FC236}">
                <a16:creationId xmlns:a16="http://schemas.microsoft.com/office/drawing/2014/main" id="{0B1B1C2C-4BAC-4FC5-9E13-FDDE2E234947}"/>
              </a:ext>
            </a:extLst>
          </p:cNvPr>
          <p:cNvSpPr/>
          <p:nvPr/>
        </p:nvSpPr>
        <p:spPr>
          <a:xfrm rot="10800000" flipV="1">
            <a:off x="4882242" y="0"/>
            <a:ext cx="7309757" cy="759279"/>
          </a:xfrm>
          <a:prstGeom prst="snip1Rect">
            <a:avLst>
              <a:gd name="adj" fmla="val 0"/>
            </a:avLst>
          </a:prstGeom>
          <a:solidFill>
            <a:srgbClr val="007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latin typeface="Century Gothic" panose="020B0502020202020204" pitchFamily="34" charset="0"/>
              </a:rPr>
              <a:t>1-CENTRE DE GESTION DE GAGNOA</a:t>
            </a:r>
          </a:p>
        </p:txBody>
      </p: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990720F7-F53A-4866-A61F-E6B64CDD582A}"/>
              </a:ext>
            </a:extLst>
          </p:cNvPr>
          <p:cNvCxnSpPr>
            <a:cxnSpLocks/>
          </p:cNvCxnSpPr>
          <p:nvPr/>
        </p:nvCxnSpPr>
        <p:spPr>
          <a:xfrm>
            <a:off x="4882242" y="759280"/>
            <a:ext cx="7309758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hape 228">
            <a:extLst>
              <a:ext uri="{FF2B5EF4-FFF2-40B4-BE49-F238E27FC236}">
                <a16:creationId xmlns:a16="http://schemas.microsoft.com/office/drawing/2014/main" id="{40B499F0-0D98-4E9E-A041-FC3602B38F3B}"/>
              </a:ext>
            </a:extLst>
          </p:cNvPr>
          <p:cNvSpPr/>
          <p:nvPr/>
        </p:nvSpPr>
        <p:spPr>
          <a:xfrm>
            <a:off x="3148697" y="3622581"/>
            <a:ext cx="384662" cy="384654"/>
          </a:xfrm>
          <a:prstGeom prst="ellipse">
            <a:avLst/>
          </a:prstGeom>
          <a:solidFill>
            <a:srgbClr val="F4F4F4"/>
          </a:solidFill>
          <a:ln w="88900" cap="flat">
            <a:solidFill>
              <a:schemeClr val="accent1">
                <a:lumMod val="60000"/>
                <a:lumOff val="40000"/>
              </a:schemeClr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070707"/>
                </a:solidFill>
              </a:defRPr>
            </a:pPr>
            <a:endParaRPr b="1">
              <a:latin typeface="Century Gothic" panose="020B0502020202020204" pitchFamily="34" charset="0"/>
            </a:endParaRPr>
          </a:p>
        </p:txBody>
      </p:sp>
      <p:sp>
        <p:nvSpPr>
          <p:cNvPr id="18" name="Shape 272">
            <a:extLst>
              <a:ext uri="{FF2B5EF4-FFF2-40B4-BE49-F238E27FC236}">
                <a16:creationId xmlns:a16="http://schemas.microsoft.com/office/drawing/2014/main" id="{A6AB0637-2437-424C-A584-814BDFD375DC}"/>
              </a:ext>
            </a:extLst>
          </p:cNvPr>
          <p:cNvSpPr/>
          <p:nvPr/>
        </p:nvSpPr>
        <p:spPr>
          <a:xfrm>
            <a:off x="2492885" y="4540768"/>
            <a:ext cx="1694850" cy="1255083"/>
          </a:xfrm>
          <a:prstGeom prst="roundRect">
            <a:avLst>
              <a:gd name="adj" fmla="val 3036"/>
            </a:avLst>
          </a:prstGeom>
          <a:noFill/>
          <a:ln w="38100" cap="flat">
            <a:solidFill>
              <a:schemeClr val="accent5"/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F4F4F4"/>
                </a:solidFill>
              </a:defRPr>
            </a:pPr>
            <a:endParaRPr b="1">
              <a:latin typeface="Century Gothic" panose="020B0502020202020204" pitchFamily="34" charset="0"/>
            </a:endParaRPr>
          </a:p>
        </p:txBody>
      </p:sp>
      <p:sp>
        <p:nvSpPr>
          <p:cNvPr id="19" name="Shape 273">
            <a:extLst>
              <a:ext uri="{FF2B5EF4-FFF2-40B4-BE49-F238E27FC236}">
                <a16:creationId xmlns:a16="http://schemas.microsoft.com/office/drawing/2014/main" id="{20BFA44C-9CAC-4114-B44F-26C4684B8251}"/>
              </a:ext>
            </a:extLst>
          </p:cNvPr>
          <p:cNvSpPr/>
          <p:nvPr/>
        </p:nvSpPr>
        <p:spPr>
          <a:xfrm>
            <a:off x="2494404" y="4541478"/>
            <a:ext cx="1694768" cy="457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9" y="0"/>
                </a:moveTo>
                <a:lnTo>
                  <a:pt x="20871" y="0"/>
                </a:lnTo>
                <a:cubicBezTo>
                  <a:pt x="21274" y="0"/>
                  <a:pt x="21600" y="1209"/>
                  <a:pt x="21600" y="269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2699"/>
                </a:lnTo>
                <a:cubicBezTo>
                  <a:pt x="0" y="1209"/>
                  <a:pt x="326" y="0"/>
                  <a:pt x="729" y="0"/>
                </a:cubicBezTo>
                <a:close/>
              </a:path>
            </a:pathLst>
          </a:custGeom>
          <a:solidFill>
            <a:schemeClr val="accent5"/>
          </a:solidFill>
          <a:ln w="6350" cap="flat">
            <a:solidFill>
              <a:schemeClr val="accent5"/>
            </a:solidFill>
            <a:prstDash val="solid"/>
            <a:bevel/>
          </a:ln>
          <a:effectLst/>
        </p:spPr>
        <p:txBody>
          <a:bodyPr wrap="square" lIns="45719" tIns="45719" rIns="182880" bIns="45719" numCol="1" anchor="ctr">
            <a:noAutofit/>
          </a:bodyPr>
          <a:lstStyle/>
          <a:p>
            <a:pPr algn="ctr" defTabSz="457148">
              <a:defRPr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FFFF"/>
                </a:solidFill>
                <a:latin typeface="Century Gothic" panose="020B0502020202020204" pitchFamily="34" charset="0"/>
                <a:ea typeface="Helvetica"/>
                <a:cs typeface="Helvetica"/>
                <a:sym typeface="Helvetica"/>
              </a:rPr>
              <a:t>1</a:t>
            </a:r>
          </a:p>
        </p:txBody>
      </p:sp>
      <p:sp>
        <p:nvSpPr>
          <p:cNvPr id="20" name="Shape 276">
            <a:extLst>
              <a:ext uri="{FF2B5EF4-FFF2-40B4-BE49-F238E27FC236}">
                <a16:creationId xmlns:a16="http://schemas.microsoft.com/office/drawing/2014/main" id="{BF5F42DC-6131-4A22-85CE-8330C1C8D602}"/>
              </a:ext>
            </a:extLst>
          </p:cNvPr>
          <p:cNvSpPr/>
          <p:nvPr/>
        </p:nvSpPr>
        <p:spPr>
          <a:xfrm>
            <a:off x="2460880" y="5287313"/>
            <a:ext cx="176359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  <a:sym typeface="Calibri"/>
              </a:rPr>
              <a:t>Direction du centre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  <a:sym typeface="Calibri"/>
            </a:endParaRPr>
          </a:p>
        </p:txBody>
      </p:sp>
      <p:sp>
        <p:nvSpPr>
          <p:cNvPr id="21" name="Shape 215">
            <a:extLst>
              <a:ext uri="{FF2B5EF4-FFF2-40B4-BE49-F238E27FC236}">
                <a16:creationId xmlns:a16="http://schemas.microsoft.com/office/drawing/2014/main" id="{AFD412D0-DF3C-40B2-B39E-8DB4C596D35D}"/>
              </a:ext>
            </a:extLst>
          </p:cNvPr>
          <p:cNvSpPr/>
          <p:nvPr/>
        </p:nvSpPr>
        <p:spPr>
          <a:xfrm flipH="1">
            <a:off x="3333150" y="4121871"/>
            <a:ext cx="1423" cy="240338"/>
          </a:xfrm>
          <a:prstGeom prst="line">
            <a:avLst/>
          </a:prstGeom>
          <a:noFill/>
          <a:ln w="6350" cap="flat">
            <a:solidFill>
              <a:srgbClr val="BFBFBF"/>
            </a:solidFill>
            <a:prstDash val="sysDash"/>
            <a:bevel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b="1" dirty="0">
              <a:latin typeface="Century Gothic" panose="020B0502020202020204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881C0C93-D93D-43B7-AE79-1A3D09E72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113" y="4632742"/>
            <a:ext cx="274926" cy="274926"/>
          </a:xfrm>
          <a:prstGeom prst="rect">
            <a:avLst/>
          </a:prstGeom>
        </p:spPr>
      </p:pic>
      <p:sp>
        <p:nvSpPr>
          <p:cNvPr id="41" name="Shape 237">
            <a:extLst>
              <a:ext uri="{FF2B5EF4-FFF2-40B4-BE49-F238E27FC236}">
                <a16:creationId xmlns:a16="http://schemas.microsoft.com/office/drawing/2014/main" id="{2D945571-246A-4C8E-BC42-BC5018F39096}"/>
              </a:ext>
            </a:extLst>
          </p:cNvPr>
          <p:cNvSpPr/>
          <p:nvPr/>
        </p:nvSpPr>
        <p:spPr>
          <a:xfrm>
            <a:off x="5043571" y="3622581"/>
            <a:ext cx="384662" cy="384654"/>
          </a:xfrm>
          <a:prstGeom prst="ellipse">
            <a:avLst/>
          </a:prstGeom>
          <a:solidFill>
            <a:srgbClr val="F4F4F4"/>
          </a:solidFill>
          <a:ln w="88900" cap="flat">
            <a:solidFill>
              <a:schemeClr val="accent4"/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070707"/>
                </a:solidFill>
              </a:defRPr>
            </a:pPr>
            <a:endParaRPr>
              <a:latin typeface="+mj-lt"/>
            </a:endParaRPr>
          </a:p>
        </p:txBody>
      </p:sp>
      <p:sp>
        <p:nvSpPr>
          <p:cNvPr id="45" name="Shape 256">
            <a:extLst>
              <a:ext uri="{FF2B5EF4-FFF2-40B4-BE49-F238E27FC236}">
                <a16:creationId xmlns:a16="http://schemas.microsoft.com/office/drawing/2014/main" id="{0CB73185-E661-484C-BD9C-87B11C8B7ECC}"/>
              </a:ext>
            </a:extLst>
          </p:cNvPr>
          <p:cNvSpPr/>
          <p:nvPr/>
        </p:nvSpPr>
        <p:spPr>
          <a:xfrm>
            <a:off x="4540880" y="1988701"/>
            <a:ext cx="1694845" cy="1225337"/>
          </a:xfrm>
          <a:prstGeom prst="roundRect">
            <a:avLst>
              <a:gd name="adj" fmla="val 3109"/>
            </a:avLst>
          </a:prstGeom>
          <a:noFill/>
          <a:ln w="38100" cap="flat">
            <a:solidFill>
              <a:schemeClr val="accent4"/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F4F4F4"/>
                </a:solidFill>
              </a:defRPr>
            </a:pPr>
            <a:endParaRPr>
              <a:latin typeface="+mj-lt"/>
            </a:endParaRPr>
          </a:p>
        </p:txBody>
      </p:sp>
      <p:sp>
        <p:nvSpPr>
          <p:cNvPr id="46" name="Shape 259">
            <a:extLst>
              <a:ext uri="{FF2B5EF4-FFF2-40B4-BE49-F238E27FC236}">
                <a16:creationId xmlns:a16="http://schemas.microsoft.com/office/drawing/2014/main" id="{0A64FD31-C1C0-4DAA-973B-F44CBEBEC013}"/>
              </a:ext>
            </a:extLst>
          </p:cNvPr>
          <p:cNvSpPr/>
          <p:nvPr/>
        </p:nvSpPr>
        <p:spPr>
          <a:xfrm>
            <a:off x="4554328" y="2646672"/>
            <a:ext cx="166794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id-ID" sz="1400" dirty="0">
                <a:latin typeface="Century Gothic" panose="020B0502020202020204" pitchFamily="34" charset="0"/>
                <a:ea typeface="Helvetica"/>
                <a:cs typeface="Helvetica"/>
              </a:rPr>
              <a:t>Services</a:t>
            </a:r>
          </a:p>
        </p:txBody>
      </p:sp>
      <p:sp>
        <p:nvSpPr>
          <p:cNvPr id="48" name="Shape 257">
            <a:extLst>
              <a:ext uri="{FF2B5EF4-FFF2-40B4-BE49-F238E27FC236}">
                <a16:creationId xmlns:a16="http://schemas.microsoft.com/office/drawing/2014/main" id="{6696DC2B-FC58-4781-B36A-8C635A6CADCC}"/>
              </a:ext>
            </a:extLst>
          </p:cNvPr>
          <p:cNvSpPr/>
          <p:nvPr/>
        </p:nvSpPr>
        <p:spPr>
          <a:xfrm>
            <a:off x="4540960" y="1975953"/>
            <a:ext cx="1694765" cy="4574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9" y="0"/>
                </a:moveTo>
                <a:lnTo>
                  <a:pt x="20871" y="0"/>
                </a:lnTo>
                <a:cubicBezTo>
                  <a:pt x="21274" y="0"/>
                  <a:pt x="21600" y="1209"/>
                  <a:pt x="21600" y="269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2699"/>
                </a:lnTo>
                <a:cubicBezTo>
                  <a:pt x="0" y="1209"/>
                  <a:pt x="326" y="0"/>
                  <a:pt x="729" y="0"/>
                </a:cubicBezTo>
                <a:close/>
              </a:path>
            </a:pathLst>
          </a:custGeom>
          <a:solidFill>
            <a:schemeClr val="accent4"/>
          </a:solidFill>
          <a:ln w="6350" cap="flat">
            <a:solidFill>
              <a:schemeClr val="accent4"/>
            </a:solidFill>
            <a:prstDash val="solid"/>
            <a:bevel/>
          </a:ln>
          <a:effectLst/>
        </p:spPr>
        <p:txBody>
          <a:bodyPr wrap="square" lIns="45719" tIns="45719" rIns="182880" bIns="45719" numCol="1" anchor="ctr">
            <a:noAutofit/>
          </a:bodyPr>
          <a:lstStyle/>
          <a:p>
            <a:pPr algn="ctr" defTabSz="457148">
              <a:defRPr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FFFF"/>
                </a:solidFill>
                <a:ea typeface="Helvetica"/>
                <a:cs typeface="Helvetica"/>
                <a:sym typeface="Helvetica"/>
              </a:rPr>
              <a:t>2</a:t>
            </a:r>
            <a:endParaRPr dirty="0">
              <a:latin typeface="+mj-lt"/>
            </a:endParaRPr>
          </a:p>
        </p:txBody>
      </p:sp>
      <p:sp>
        <p:nvSpPr>
          <p:cNvPr id="49" name="Shape 221">
            <a:extLst>
              <a:ext uri="{FF2B5EF4-FFF2-40B4-BE49-F238E27FC236}">
                <a16:creationId xmlns:a16="http://schemas.microsoft.com/office/drawing/2014/main" id="{3F52692E-58B9-4B61-9A6B-5DB173CAF2CC}"/>
              </a:ext>
            </a:extLst>
          </p:cNvPr>
          <p:cNvSpPr/>
          <p:nvPr/>
        </p:nvSpPr>
        <p:spPr>
          <a:xfrm flipH="1">
            <a:off x="5215835" y="3298200"/>
            <a:ext cx="1398" cy="241280"/>
          </a:xfrm>
          <a:prstGeom prst="line">
            <a:avLst/>
          </a:prstGeom>
          <a:noFill/>
          <a:ln w="6350" cap="flat">
            <a:solidFill>
              <a:srgbClr val="BFBFBF"/>
            </a:solidFill>
            <a:prstDash val="sysDash"/>
            <a:bevel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+mj-lt"/>
            </a:endParaRP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01133392-8648-4B34-8BF0-9A15B2085B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779" y="2043495"/>
            <a:ext cx="274926" cy="274926"/>
          </a:xfrm>
          <a:prstGeom prst="rect">
            <a:avLst/>
          </a:prstGeom>
          <a:ln>
            <a:noFill/>
          </a:ln>
        </p:spPr>
      </p:pic>
      <p:sp>
        <p:nvSpPr>
          <p:cNvPr id="52" name="Shape 272">
            <a:extLst>
              <a:ext uri="{FF2B5EF4-FFF2-40B4-BE49-F238E27FC236}">
                <a16:creationId xmlns:a16="http://schemas.microsoft.com/office/drawing/2014/main" id="{0B51B1C6-A34E-45B0-B8E0-E81F87F7C833}"/>
              </a:ext>
            </a:extLst>
          </p:cNvPr>
          <p:cNvSpPr/>
          <p:nvPr/>
        </p:nvSpPr>
        <p:spPr>
          <a:xfrm>
            <a:off x="6096000" y="4045225"/>
            <a:ext cx="5903893" cy="2365098"/>
          </a:xfrm>
          <a:prstGeom prst="roundRect">
            <a:avLst>
              <a:gd name="adj" fmla="val 3036"/>
            </a:avLst>
          </a:prstGeom>
          <a:noFill/>
          <a:ln w="38100" cap="flat">
            <a:solidFill>
              <a:schemeClr val="bg1">
                <a:lumMod val="85000"/>
              </a:schemeClr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F4F4F4"/>
                </a:solidFill>
              </a:defRPr>
            </a:pPr>
            <a:endParaRPr>
              <a:latin typeface="Century Gothic" panose="020B0502020202020204" pitchFamily="34" charset="0"/>
            </a:endParaRPr>
          </a:p>
        </p:txBody>
      </p:sp>
      <p:sp>
        <p:nvSpPr>
          <p:cNvPr id="53" name="Shape 273">
            <a:extLst>
              <a:ext uri="{FF2B5EF4-FFF2-40B4-BE49-F238E27FC236}">
                <a16:creationId xmlns:a16="http://schemas.microsoft.com/office/drawing/2014/main" id="{11DEF3F1-C90B-4DDA-BECC-98050BF52C17}"/>
              </a:ext>
            </a:extLst>
          </p:cNvPr>
          <p:cNvSpPr/>
          <p:nvPr/>
        </p:nvSpPr>
        <p:spPr>
          <a:xfrm>
            <a:off x="6104452" y="4045224"/>
            <a:ext cx="1694768" cy="457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9" y="0"/>
                </a:moveTo>
                <a:lnTo>
                  <a:pt x="20871" y="0"/>
                </a:lnTo>
                <a:cubicBezTo>
                  <a:pt x="21274" y="0"/>
                  <a:pt x="21600" y="1209"/>
                  <a:pt x="21600" y="269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2699"/>
                </a:lnTo>
                <a:cubicBezTo>
                  <a:pt x="0" y="1209"/>
                  <a:pt x="326" y="0"/>
                  <a:pt x="72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6350" cap="flat">
            <a:noFill/>
            <a:prstDash val="solid"/>
            <a:bevel/>
          </a:ln>
          <a:effectLst/>
        </p:spPr>
        <p:txBody>
          <a:bodyPr wrap="square" lIns="45719" tIns="45719" rIns="182880" bIns="45719" numCol="1" anchor="ctr">
            <a:noAutofit/>
          </a:bodyPr>
          <a:lstStyle/>
          <a:p>
            <a:pPr algn="ctr" defTabSz="457148">
              <a:defRPr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FFFF"/>
                </a:solidFill>
                <a:latin typeface="Century Gothic" panose="020B0502020202020204" pitchFamily="34" charset="0"/>
                <a:ea typeface="Helvetica"/>
                <a:cs typeface="Helvetica"/>
                <a:sym typeface="Helvetica"/>
              </a:rPr>
              <a:t>7</a:t>
            </a:r>
          </a:p>
        </p:txBody>
      </p:sp>
      <p:sp>
        <p:nvSpPr>
          <p:cNvPr id="54" name="Shape 276">
            <a:extLst>
              <a:ext uri="{FF2B5EF4-FFF2-40B4-BE49-F238E27FC236}">
                <a16:creationId xmlns:a16="http://schemas.microsoft.com/office/drawing/2014/main" id="{193B16FB-73D4-4DA0-937B-F45749550AD7}"/>
              </a:ext>
            </a:extLst>
          </p:cNvPr>
          <p:cNvSpPr/>
          <p:nvPr/>
        </p:nvSpPr>
        <p:spPr>
          <a:xfrm>
            <a:off x="8278625" y="4077227"/>
            <a:ext cx="304660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600" b="1" dirty="0">
                <a:latin typeface="Century Gothic" panose="020B0502020202020204" pitchFamily="34" charset="0"/>
                <a:ea typeface="Helvetica"/>
                <a:cs typeface="Helvetica"/>
                <a:sym typeface="Calibri"/>
              </a:rPr>
              <a:t>Unités de Gestion Forestières</a:t>
            </a:r>
            <a:endParaRPr lang="id-ID" sz="1600" b="1" dirty="0">
              <a:latin typeface="Century Gothic" panose="020B0502020202020204" pitchFamily="34" charset="0"/>
              <a:ea typeface="Helvetica"/>
              <a:cs typeface="Helvetica"/>
              <a:sym typeface="Calibri"/>
            </a:endParaRP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B293CE2B-9D3E-4684-9C04-A47D72C4A68C}"/>
              </a:ext>
            </a:extLst>
          </p:cNvPr>
          <p:cNvCxnSpPr>
            <a:cxnSpLocks/>
          </p:cNvCxnSpPr>
          <p:nvPr/>
        </p:nvCxnSpPr>
        <p:spPr>
          <a:xfrm>
            <a:off x="8947468" y="4491639"/>
            <a:ext cx="1934936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 : avec coins rognés en diagonale 2">
            <a:extLst>
              <a:ext uri="{FF2B5EF4-FFF2-40B4-BE49-F238E27FC236}">
                <a16:creationId xmlns:a16="http://schemas.microsoft.com/office/drawing/2014/main" id="{A45901FD-F6ED-4A53-B892-D90D8A267F8E}"/>
              </a:ext>
            </a:extLst>
          </p:cNvPr>
          <p:cNvSpPr/>
          <p:nvPr/>
        </p:nvSpPr>
        <p:spPr>
          <a:xfrm>
            <a:off x="6235725" y="4714875"/>
            <a:ext cx="346050" cy="284060"/>
          </a:xfrm>
          <a:prstGeom prst="snip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56" name="Rectangle : avec coins rognés en diagonale 55">
            <a:extLst>
              <a:ext uri="{FF2B5EF4-FFF2-40B4-BE49-F238E27FC236}">
                <a16:creationId xmlns:a16="http://schemas.microsoft.com/office/drawing/2014/main" id="{B78C0CE6-18DF-4C9B-A728-4643ABB21166}"/>
              </a:ext>
            </a:extLst>
          </p:cNvPr>
          <p:cNvSpPr/>
          <p:nvPr/>
        </p:nvSpPr>
        <p:spPr>
          <a:xfrm>
            <a:off x="6235725" y="5257303"/>
            <a:ext cx="346050" cy="284060"/>
          </a:xfrm>
          <a:prstGeom prst="snip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57" name="Rectangle : avec coins rognés en diagonale 56">
            <a:extLst>
              <a:ext uri="{FF2B5EF4-FFF2-40B4-BE49-F238E27FC236}">
                <a16:creationId xmlns:a16="http://schemas.microsoft.com/office/drawing/2014/main" id="{9A372DD4-F332-4D11-A388-C11E3ECCF4D6}"/>
              </a:ext>
            </a:extLst>
          </p:cNvPr>
          <p:cNvSpPr/>
          <p:nvPr/>
        </p:nvSpPr>
        <p:spPr>
          <a:xfrm>
            <a:off x="6235725" y="5837726"/>
            <a:ext cx="346050" cy="284060"/>
          </a:xfrm>
          <a:prstGeom prst="snip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8" name="Rectangle : avec coins rognés en diagonale 57">
            <a:extLst>
              <a:ext uri="{FF2B5EF4-FFF2-40B4-BE49-F238E27FC236}">
                <a16:creationId xmlns:a16="http://schemas.microsoft.com/office/drawing/2014/main" id="{239C9A7F-C832-48E9-AF15-F03176AE5543}"/>
              </a:ext>
            </a:extLst>
          </p:cNvPr>
          <p:cNvSpPr/>
          <p:nvPr/>
        </p:nvSpPr>
        <p:spPr>
          <a:xfrm>
            <a:off x="10200634" y="4717466"/>
            <a:ext cx="346050" cy="284060"/>
          </a:xfrm>
          <a:prstGeom prst="snip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59" name="Rectangle : avec coins rognés en diagonale 58">
            <a:extLst>
              <a:ext uri="{FF2B5EF4-FFF2-40B4-BE49-F238E27FC236}">
                <a16:creationId xmlns:a16="http://schemas.microsoft.com/office/drawing/2014/main" id="{4463139A-9E2C-45C7-B9BF-02DDD02A8325}"/>
              </a:ext>
            </a:extLst>
          </p:cNvPr>
          <p:cNvSpPr/>
          <p:nvPr/>
        </p:nvSpPr>
        <p:spPr>
          <a:xfrm>
            <a:off x="9306228" y="5257440"/>
            <a:ext cx="346050" cy="284060"/>
          </a:xfrm>
          <a:prstGeom prst="snip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60" name="Rectangle : avec coins rognés en diagonale 59">
            <a:extLst>
              <a:ext uri="{FF2B5EF4-FFF2-40B4-BE49-F238E27FC236}">
                <a16:creationId xmlns:a16="http://schemas.microsoft.com/office/drawing/2014/main" id="{15879F9D-CBEC-424D-8760-D1F629B2F092}"/>
              </a:ext>
            </a:extLst>
          </p:cNvPr>
          <p:cNvSpPr/>
          <p:nvPr/>
        </p:nvSpPr>
        <p:spPr>
          <a:xfrm>
            <a:off x="9306228" y="5837863"/>
            <a:ext cx="346050" cy="284060"/>
          </a:xfrm>
          <a:prstGeom prst="snip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61" name="Shape 259">
            <a:extLst>
              <a:ext uri="{FF2B5EF4-FFF2-40B4-BE49-F238E27FC236}">
                <a16:creationId xmlns:a16="http://schemas.microsoft.com/office/drawing/2014/main" id="{9C55D8B3-3CD0-4050-9BF1-1050C497CA23}"/>
              </a:ext>
            </a:extLst>
          </p:cNvPr>
          <p:cNvSpPr/>
          <p:nvPr/>
        </p:nvSpPr>
        <p:spPr>
          <a:xfrm>
            <a:off x="6322899" y="4708142"/>
            <a:ext cx="121125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</a:rPr>
              <a:t>Téné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</a:endParaRPr>
          </a:p>
        </p:txBody>
      </p:sp>
      <p:sp>
        <p:nvSpPr>
          <p:cNvPr id="62" name="Shape 259">
            <a:extLst>
              <a:ext uri="{FF2B5EF4-FFF2-40B4-BE49-F238E27FC236}">
                <a16:creationId xmlns:a16="http://schemas.microsoft.com/office/drawing/2014/main" id="{73CAB9D2-D8A4-422E-97C8-DC1F25E4CF4F}"/>
              </a:ext>
            </a:extLst>
          </p:cNvPr>
          <p:cNvSpPr/>
          <p:nvPr/>
        </p:nvSpPr>
        <p:spPr>
          <a:xfrm>
            <a:off x="6495924" y="5254286"/>
            <a:ext cx="121125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</a:rPr>
              <a:t>Sangoué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</a:endParaRPr>
          </a:p>
        </p:txBody>
      </p:sp>
      <p:sp>
        <p:nvSpPr>
          <p:cNvPr id="63" name="Shape 259">
            <a:extLst>
              <a:ext uri="{FF2B5EF4-FFF2-40B4-BE49-F238E27FC236}">
                <a16:creationId xmlns:a16="http://schemas.microsoft.com/office/drawing/2014/main" id="{CC9BA1A2-CE83-42AA-86DA-AD07D5DDB824}"/>
              </a:ext>
            </a:extLst>
          </p:cNvPr>
          <p:cNvSpPr/>
          <p:nvPr/>
        </p:nvSpPr>
        <p:spPr>
          <a:xfrm>
            <a:off x="6495924" y="5836992"/>
            <a:ext cx="121125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b="1" dirty="0">
                <a:latin typeface="Century Gothic" panose="020B0502020202020204" pitchFamily="34" charset="0"/>
                <a:ea typeface="Helvetica"/>
                <a:cs typeface="Helvetica"/>
              </a:rPr>
              <a:t>Marahoué</a:t>
            </a:r>
            <a:endParaRPr lang="id-ID" sz="1400" b="1" dirty="0">
              <a:latin typeface="Century Gothic" panose="020B0502020202020204" pitchFamily="34" charset="0"/>
              <a:ea typeface="Helvetica"/>
              <a:cs typeface="Helvetica"/>
            </a:endParaRPr>
          </a:p>
        </p:txBody>
      </p:sp>
      <p:sp>
        <p:nvSpPr>
          <p:cNvPr id="64" name="Shape 259">
            <a:extLst>
              <a:ext uri="{FF2B5EF4-FFF2-40B4-BE49-F238E27FC236}">
                <a16:creationId xmlns:a16="http://schemas.microsoft.com/office/drawing/2014/main" id="{8324318F-BCBD-4A04-917E-7F9EA365CC3D}"/>
              </a:ext>
            </a:extLst>
          </p:cNvPr>
          <p:cNvSpPr/>
          <p:nvPr/>
        </p:nvSpPr>
        <p:spPr>
          <a:xfrm>
            <a:off x="10583064" y="4680032"/>
            <a:ext cx="121125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</a:rPr>
              <a:t>Laouda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</a:endParaRPr>
          </a:p>
        </p:txBody>
      </p:sp>
      <p:sp>
        <p:nvSpPr>
          <p:cNvPr id="65" name="Shape 259">
            <a:extLst>
              <a:ext uri="{FF2B5EF4-FFF2-40B4-BE49-F238E27FC236}">
                <a16:creationId xmlns:a16="http://schemas.microsoft.com/office/drawing/2014/main" id="{D97196EB-3A91-41EB-8C40-2DF3612D45B2}"/>
              </a:ext>
            </a:extLst>
          </p:cNvPr>
          <p:cNvSpPr/>
          <p:nvPr/>
        </p:nvSpPr>
        <p:spPr>
          <a:xfrm>
            <a:off x="9744638" y="5240447"/>
            <a:ext cx="185936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</a:rPr>
              <a:t>Okromodou Nord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</a:endParaRPr>
          </a:p>
        </p:txBody>
      </p:sp>
      <p:sp>
        <p:nvSpPr>
          <p:cNvPr id="66" name="Shape 259">
            <a:extLst>
              <a:ext uri="{FF2B5EF4-FFF2-40B4-BE49-F238E27FC236}">
                <a16:creationId xmlns:a16="http://schemas.microsoft.com/office/drawing/2014/main" id="{CB46C0F4-A085-440A-B8E4-4B4E6E80D4AC}"/>
              </a:ext>
            </a:extLst>
          </p:cNvPr>
          <p:cNvSpPr/>
          <p:nvPr/>
        </p:nvSpPr>
        <p:spPr>
          <a:xfrm>
            <a:off x="9744638" y="5812250"/>
            <a:ext cx="185936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</a:rPr>
              <a:t>Okromodou Sud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</a:endParaRPr>
          </a:p>
        </p:txBody>
      </p:sp>
      <p:sp>
        <p:nvSpPr>
          <p:cNvPr id="67" name="Rectangle : avec coins rognés en diagonale 66">
            <a:extLst>
              <a:ext uri="{FF2B5EF4-FFF2-40B4-BE49-F238E27FC236}">
                <a16:creationId xmlns:a16="http://schemas.microsoft.com/office/drawing/2014/main" id="{1A665480-E252-4387-8712-F5A518C3E842}"/>
              </a:ext>
            </a:extLst>
          </p:cNvPr>
          <p:cNvSpPr/>
          <p:nvPr/>
        </p:nvSpPr>
        <p:spPr>
          <a:xfrm>
            <a:off x="7929519" y="4726484"/>
            <a:ext cx="346050" cy="284060"/>
          </a:xfrm>
          <a:prstGeom prst="snip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68" name="Shape 259">
            <a:extLst>
              <a:ext uri="{FF2B5EF4-FFF2-40B4-BE49-F238E27FC236}">
                <a16:creationId xmlns:a16="http://schemas.microsoft.com/office/drawing/2014/main" id="{D6265642-9ED3-4366-8B3C-C994E839EB98}"/>
              </a:ext>
            </a:extLst>
          </p:cNvPr>
          <p:cNvSpPr/>
          <p:nvPr/>
        </p:nvSpPr>
        <p:spPr>
          <a:xfrm>
            <a:off x="8311949" y="4689050"/>
            <a:ext cx="148392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</a:rPr>
              <a:t>Niouniourou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</a:endParaRPr>
          </a:p>
        </p:txBody>
      </p:sp>
      <p:sp>
        <p:nvSpPr>
          <p:cNvPr id="69" name="Shape 234">
            <a:extLst>
              <a:ext uri="{FF2B5EF4-FFF2-40B4-BE49-F238E27FC236}">
                <a16:creationId xmlns:a16="http://schemas.microsoft.com/office/drawing/2014/main" id="{7BC533F0-F3F7-43F4-BF2C-1DA182ACBCD3}"/>
              </a:ext>
            </a:extLst>
          </p:cNvPr>
          <p:cNvSpPr/>
          <p:nvPr/>
        </p:nvSpPr>
        <p:spPr>
          <a:xfrm>
            <a:off x="6938444" y="3622581"/>
            <a:ext cx="384662" cy="384654"/>
          </a:xfrm>
          <a:prstGeom prst="ellipse">
            <a:avLst/>
          </a:prstGeom>
          <a:solidFill>
            <a:schemeClr val="bg1"/>
          </a:solidFill>
          <a:ln w="88900" cap="flat">
            <a:solidFill>
              <a:schemeClr val="bg1">
                <a:lumMod val="85000"/>
              </a:schemeClr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070707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71" name="Image 70">
            <a:extLst>
              <a:ext uri="{FF2B5EF4-FFF2-40B4-BE49-F238E27FC236}">
                <a16:creationId xmlns:a16="http://schemas.microsoft.com/office/drawing/2014/main" id="{84533443-68D9-4E2E-8307-7D519F9DD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899" y="4134217"/>
            <a:ext cx="258876" cy="25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7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279">
            <a:extLst>
              <a:ext uri="{FF2B5EF4-FFF2-40B4-BE49-F238E27FC236}">
                <a16:creationId xmlns:a16="http://schemas.microsoft.com/office/drawing/2014/main" id="{1C914C82-1C5C-4614-9D09-A03AE602E869}"/>
              </a:ext>
            </a:extLst>
          </p:cNvPr>
          <p:cNvSpPr/>
          <p:nvPr/>
        </p:nvSpPr>
        <p:spPr>
          <a:xfrm>
            <a:off x="11813721" y="6490607"/>
            <a:ext cx="358850" cy="342569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fr-FR" sz="1200" b="1" dirty="0">
                <a:latin typeface="Century Gothic" panose="020B0502020202020204" pitchFamily="34" charset="0"/>
              </a:rPr>
              <a:t>3</a:t>
            </a:r>
            <a:endParaRPr sz="1200" b="1" dirty="0">
              <a:latin typeface="Century Gothic" panose="020B0502020202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79F823D-B40E-4575-AA18-F94D09EDD49E}"/>
              </a:ext>
            </a:extLst>
          </p:cNvPr>
          <p:cNvGrpSpPr/>
          <p:nvPr/>
        </p:nvGrpSpPr>
        <p:grpSpPr>
          <a:xfrm>
            <a:off x="16328" y="16328"/>
            <a:ext cx="555552" cy="530679"/>
            <a:chOff x="16328" y="16328"/>
            <a:chExt cx="555552" cy="530679"/>
          </a:xfrm>
        </p:grpSpPr>
        <p:sp>
          <p:nvSpPr>
            <p:cNvPr id="114" name="Shape 279">
              <a:extLst>
                <a:ext uri="{FF2B5EF4-FFF2-40B4-BE49-F238E27FC236}">
                  <a16:creationId xmlns:a16="http://schemas.microsoft.com/office/drawing/2014/main" id="{BC99D9E7-576E-4828-9831-12CA69A0AF86}"/>
                </a:ext>
              </a:extLst>
            </p:cNvPr>
            <p:cNvSpPr/>
            <p:nvPr/>
          </p:nvSpPr>
          <p:spPr>
            <a:xfrm>
              <a:off x="16328" y="16328"/>
              <a:ext cx="555552" cy="530679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200" b="1" dirty="0">
                <a:latin typeface="Century Gothic" panose="020B0502020202020204" pitchFamily="34" charset="0"/>
              </a:endParaRP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B381ABA9-1838-49DB-B11D-1F1BC46A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79383"/>
              <a:ext cx="260079" cy="404568"/>
            </a:xfrm>
            <a:prstGeom prst="rect">
              <a:avLst/>
            </a:prstGeom>
          </p:spPr>
        </p:pic>
      </p:grpSp>
      <p:sp>
        <p:nvSpPr>
          <p:cNvPr id="89" name="Rectangle : avec coin rogné 88">
            <a:extLst>
              <a:ext uri="{FF2B5EF4-FFF2-40B4-BE49-F238E27FC236}">
                <a16:creationId xmlns:a16="http://schemas.microsoft.com/office/drawing/2014/main" id="{0B1B1C2C-4BAC-4FC5-9E13-FDDE2E234947}"/>
              </a:ext>
            </a:extLst>
          </p:cNvPr>
          <p:cNvSpPr/>
          <p:nvPr/>
        </p:nvSpPr>
        <p:spPr>
          <a:xfrm rot="10800000" flipV="1">
            <a:off x="4882242" y="0"/>
            <a:ext cx="7309757" cy="759279"/>
          </a:xfrm>
          <a:prstGeom prst="snip1Rect">
            <a:avLst>
              <a:gd name="adj" fmla="val 0"/>
            </a:avLst>
          </a:prstGeom>
          <a:solidFill>
            <a:srgbClr val="007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latin typeface="Century Gothic" panose="020B0502020202020204" pitchFamily="34" charset="0"/>
              </a:rPr>
              <a:t>1-CENTRE DE GESTION DE GAGNOA</a:t>
            </a:r>
          </a:p>
        </p:txBody>
      </p: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990720F7-F53A-4866-A61F-E6B64CDD582A}"/>
              </a:ext>
            </a:extLst>
          </p:cNvPr>
          <p:cNvCxnSpPr>
            <a:cxnSpLocks/>
          </p:cNvCxnSpPr>
          <p:nvPr/>
        </p:nvCxnSpPr>
        <p:spPr>
          <a:xfrm>
            <a:off x="4882242" y="759280"/>
            <a:ext cx="7309758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e 2">
            <a:extLst>
              <a:ext uri="{FF2B5EF4-FFF2-40B4-BE49-F238E27FC236}">
                <a16:creationId xmlns:a16="http://schemas.microsoft.com/office/drawing/2014/main" id="{47B604AB-1B9C-420A-91AC-19892CEF3AAC}"/>
              </a:ext>
            </a:extLst>
          </p:cNvPr>
          <p:cNvGrpSpPr/>
          <p:nvPr/>
        </p:nvGrpSpPr>
        <p:grpSpPr>
          <a:xfrm>
            <a:off x="23495" y="1836301"/>
            <a:ext cx="12192001" cy="3959550"/>
            <a:chOff x="954224" y="1852630"/>
            <a:chExt cx="12192001" cy="3959550"/>
          </a:xfrm>
        </p:grpSpPr>
        <p:sp>
          <p:nvSpPr>
            <p:cNvPr id="135" name="Shape 208">
              <a:extLst>
                <a:ext uri="{FF2B5EF4-FFF2-40B4-BE49-F238E27FC236}">
                  <a16:creationId xmlns:a16="http://schemas.microsoft.com/office/drawing/2014/main" id="{F10D51A7-C802-42BA-9BF1-196D418949B1}"/>
                </a:ext>
              </a:extLst>
            </p:cNvPr>
            <p:cNvSpPr/>
            <p:nvPr/>
          </p:nvSpPr>
          <p:spPr>
            <a:xfrm flipH="1" flipV="1">
              <a:off x="954224" y="3831237"/>
              <a:ext cx="12192001" cy="1"/>
            </a:xfrm>
            <a:prstGeom prst="line">
              <a:avLst/>
            </a:prstGeom>
            <a:ln w="19050">
              <a:solidFill>
                <a:srgbClr val="BFBFBF"/>
              </a:solidFill>
              <a:prstDash val="sysDash"/>
              <a:bevel/>
            </a:ln>
          </p:spPr>
          <p:txBody>
            <a:bodyPr lIns="0" tIns="0" rIns="0" bIns="0"/>
            <a:lstStyle/>
            <a:p>
              <a:pPr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Century Gothic" panose="020B0502020202020204" pitchFamily="34" charset="0"/>
              </a:endParaRPr>
            </a:p>
          </p:txBody>
        </p:sp>
        <p:grpSp>
          <p:nvGrpSpPr>
            <p:cNvPr id="91" name="Group 83">
              <a:extLst>
                <a:ext uri="{FF2B5EF4-FFF2-40B4-BE49-F238E27FC236}">
                  <a16:creationId xmlns:a16="http://schemas.microsoft.com/office/drawing/2014/main" id="{8F002435-A7DC-4E6A-9CAF-926204E5C1B2}"/>
                </a:ext>
              </a:extLst>
            </p:cNvPr>
            <p:cNvGrpSpPr/>
            <p:nvPr/>
          </p:nvGrpSpPr>
          <p:grpSpPr>
            <a:xfrm>
              <a:off x="9108954" y="1854513"/>
              <a:ext cx="1752426" cy="2169051"/>
              <a:chOff x="8469626" y="1854513"/>
              <a:chExt cx="1752426" cy="2169051"/>
            </a:xfrm>
          </p:grpSpPr>
          <p:sp>
            <p:nvSpPr>
              <p:cNvPr id="92" name="Shape 221">
                <a:extLst>
                  <a:ext uri="{FF2B5EF4-FFF2-40B4-BE49-F238E27FC236}">
                    <a16:creationId xmlns:a16="http://schemas.microsoft.com/office/drawing/2014/main" id="{5D12CC94-A277-4A8D-B6E1-3A9C8B740C5F}"/>
                  </a:ext>
                </a:extLst>
              </p:cNvPr>
              <p:cNvSpPr/>
              <p:nvPr/>
            </p:nvSpPr>
            <p:spPr>
              <a:xfrm flipH="1">
                <a:off x="9316350" y="3300310"/>
                <a:ext cx="1398" cy="241280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93" name="Shape 237">
                <a:extLst>
                  <a:ext uri="{FF2B5EF4-FFF2-40B4-BE49-F238E27FC236}">
                    <a16:creationId xmlns:a16="http://schemas.microsoft.com/office/drawing/2014/main" id="{38E36630-81AF-477F-A4A5-6B1EE61483D6}"/>
                  </a:ext>
                </a:extLst>
              </p:cNvPr>
              <p:cNvSpPr/>
              <p:nvPr/>
            </p:nvSpPr>
            <p:spPr>
              <a:xfrm>
                <a:off x="9124718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1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94" name="Shape 261">
                <a:extLst>
                  <a:ext uri="{FF2B5EF4-FFF2-40B4-BE49-F238E27FC236}">
                    <a16:creationId xmlns:a16="http://schemas.microsoft.com/office/drawing/2014/main" id="{333E2EB2-2982-443D-8238-F9C22F8AED31}"/>
                  </a:ext>
                </a:extLst>
              </p:cNvPr>
              <p:cNvSpPr/>
              <p:nvPr/>
            </p:nvSpPr>
            <p:spPr>
              <a:xfrm>
                <a:off x="8469626" y="1854513"/>
                <a:ext cx="1752386" cy="1223455"/>
              </a:xfrm>
              <a:prstGeom prst="roundRect">
                <a:avLst>
                  <a:gd name="adj" fmla="val 3114"/>
                </a:avLst>
              </a:prstGeom>
              <a:noFill/>
              <a:ln w="38100" cap="flat">
                <a:solidFill>
                  <a:schemeClr val="accent1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95" name="Shape 262">
                <a:extLst>
                  <a:ext uri="{FF2B5EF4-FFF2-40B4-BE49-F238E27FC236}">
                    <a16:creationId xmlns:a16="http://schemas.microsoft.com/office/drawing/2014/main" id="{AA43DCA0-491C-40D6-BF38-F4096D5086E4}"/>
                  </a:ext>
                </a:extLst>
              </p:cNvPr>
              <p:cNvSpPr/>
              <p:nvPr/>
            </p:nvSpPr>
            <p:spPr>
              <a:xfrm>
                <a:off x="8469666" y="1855224"/>
                <a:ext cx="1752386" cy="4574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12</a:t>
                </a:r>
              </a:p>
            </p:txBody>
          </p:sp>
          <p:sp>
            <p:nvSpPr>
              <p:cNvPr id="96" name="Shape 264">
                <a:extLst>
                  <a:ext uri="{FF2B5EF4-FFF2-40B4-BE49-F238E27FC236}">
                    <a16:creationId xmlns:a16="http://schemas.microsoft.com/office/drawing/2014/main" id="{6A4EE23E-74E0-45B3-BF43-B271CBB4BD2B}"/>
                  </a:ext>
                </a:extLst>
              </p:cNvPr>
              <p:cNvSpPr/>
              <p:nvPr/>
            </p:nvSpPr>
            <p:spPr>
              <a:xfrm>
                <a:off x="8469626" y="2493194"/>
                <a:ext cx="1752426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/>
                <a:r>
                  <a:rPr lang="en-US" sz="1400" dirty="0">
                    <a:latin typeface="Century Gothic" panose="020B0502020202020204" pitchFamily="34" charset="0"/>
                    <a:ea typeface="Helvetica"/>
                    <a:cs typeface="Helvetica"/>
                  </a:rPr>
                  <a:t>Forêts classées</a:t>
                </a:r>
              </a:p>
            </p:txBody>
          </p:sp>
        </p:grpSp>
        <p:grpSp>
          <p:nvGrpSpPr>
            <p:cNvPr id="98" name="Group 79">
              <a:extLst>
                <a:ext uri="{FF2B5EF4-FFF2-40B4-BE49-F238E27FC236}">
                  <a16:creationId xmlns:a16="http://schemas.microsoft.com/office/drawing/2014/main" id="{57DFCCFE-68CB-434D-9538-A54A096BB067}"/>
                </a:ext>
              </a:extLst>
            </p:cNvPr>
            <p:cNvGrpSpPr/>
            <p:nvPr/>
          </p:nvGrpSpPr>
          <p:grpSpPr>
            <a:xfrm>
              <a:off x="1529461" y="1855459"/>
              <a:ext cx="1694846" cy="2168105"/>
              <a:chOff x="2065013" y="1855459"/>
              <a:chExt cx="1694846" cy="2168105"/>
            </a:xfrm>
          </p:grpSpPr>
          <p:sp>
            <p:nvSpPr>
              <p:cNvPr id="100" name="Shape 215">
                <a:extLst>
                  <a:ext uri="{FF2B5EF4-FFF2-40B4-BE49-F238E27FC236}">
                    <a16:creationId xmlns:a16="http://schemas.microsoft.com/office/drawing/2014/main" id="{E79596B4-BC3F-4905-9FB3-74F381243DCB}"/>
                  </a:ext>
                </a:extLst>
              </p:cNvPr>
              <p:cNvSpPr/>
              <p:nvPr/>
            </p:nvSpPr>
            <p:spPr>
              <a:xfrm flipH="1">
                <a:off x="2911725" y="3301252"/>
                <a:ext cx="1423" cy="240338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1" name="Shape 251">
                <a:extLst>
                  <a:ext uri="{FF2B5EF4-FFF2-40B4-BE49-F238E27FC236}">
                    <a16:creationId xmlns:a16="http://schemas.microsoft.com/office/drawing/2014/main" id="{2F9A2039-FD75-4DE8-9B8F-8F3B601CFBDA}"/>
                  </a:ext>
                </a:extLst>
              </p:cNvPr>
              <p:cNvSpPr/>
              <p:nvPr/>
            </p:nvSpPr>
            <p:spPr>
              <a:xfrm>
                <a:off x="2065013" y="1855459"/>
                <a:ext cx="1694846" cy="1222510"/>
              </a:xfrm>
              <a:prstGeom prst="roundRect">
                <a:avLst>
                  <a:gd name="adj" fmla="val 3117"/>
                </a:avLst>
              </a:prstGeom>
              <a:noFill/>
              <a:ln w="381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2" name="Shape 252">
                <a:extLst>
                  <a:ext uri="{FF2B5EF4-FFF2-40B4-BE49-F238E27FC236}">
                    <a16:creationId xmlns:a16="http://schemas.microsoft.com/office/drawing/2014/main" id="{8A97F75A-2B8A-477C-A4DB-0CE7001B115F}"/>
                  </a:ext>
                </a:extLst>
              </p:cNvPr>
              <p:cNvSpPr/>
              <p:nvPr/>
            </p:nvSpPr>
            <p:spPr>
              <a:xfrm>
                <a:off x="2065053" y="1856170"/>
                <a:ext cx="1694766" cy="4574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635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1991</a:t>
                </a:r>
                <a:endParaRPr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3" name="Shape 254">
                <a:extLst>
                  <a:ext uri="{FF2B5EF4-FFF2-40B4-BE49-F238E27FC236}">
                    <a16:creationId xmlns:a16="http://schemas.microsoft.com/office/drawing/2014/main" id="{0526ECB7-4F24-4E54-B69A-956FD194BF87}"/>
                  </a:ext>
                </a:extLst>
              </p:cNvPr>
              <p:cNvSpPr/>
              <p:nvPr/>
            </p:nvSpPr>
            <p:spPr>
              <a:xfrm>
                <a:off x="2078462" y="2510603"/>
                <a:ext cx="1667949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defRPr sz="1600" b="1">
                    <a:solidFill>
                      <a:srgbClr val="595959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>
                  <a:defRPr sz="1800"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pPr>
                <a:r>
                  <a:rPr lang="fr-FR" sz="1400" b="0" dirty="0">
                    <a:solidFill>
                      <a:schemeClr val="tx1"/>
                    </a:solidFill>
                    <a:latin typeface="Century Gothic" panose="020B0502020202020204" pitchFamily="34" charset="0"/>
                    <a:sym typeface="Helvetica"/>
                  </a:rPr>
                  <a:t>Date de création</a:t>
                </a:r>
                <a:endParaRPr sz="1400" b="0" dirty="0">
                  <a:solidFill>
                    <a:schemeClr val="tx1"/>
                  </a:solidFill>
                  <a:latin typeface="Century Gothic" panose="020B0502020202020204" pitchFamily="34" charset="0"/>
                  <a:sym typeface="Helvetica"/>
                </a:endParaRPr>
              </a:p>
            </p:txBody>
          </p:sp>
          <p:sp>
            <p:nvSpPr>
              <p:cNvPr id="107" name="Shape 228">
                <a:extLst>
                  <a:ext uri="{FF2B5EF4-FFF2-40B4-BE49-F238E27FC236}">
                    <a16:creationId xmlns:a16="http://schemas.microsoft.com/office/drawing/2014/main" id="{7D0DEE14-C4DE-4A82-8326-1E248E59740B}"/>
                  </a:ext>
                </a:extLst>
              </p:cNvPr>
              <p:cNvSpPr/>
              <p:nvPr/>
            </p:nvSpPr>
            <p:spPr>
              <a:xfrm>
                <a:off x="2720105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109" name="Group 81">
              <a:extLst>
                <a:ext uri="{FF2B5EF4-FFF2-40B4-BE49-F238E27FC236}">
                  <a16:creationId xmlns:a16="http://schemas.microsoft.com/office/drawing/2014/main" id="{622C8140-5D47-4FB2-89E5-D3DA5AD6C0F7}"/>
                </a:ext>
              </a:extLst>
            </p:cNvPr>
            <p:cNvGrpSpPr/>
            <p:nvPr/>
          </p:nvGrpSpPr>
          <p:grpSpPr>
            <a:xfrm>
              <a:off x="5319209" y="1852630"/>
              <a:ext cx="1694845" cy="2170934"/>
              <a:chOff x="5250833" y="1852630"/>
              <a:chExt cx="1694845" cy="2170934"/>
            </a:xfrm>
          </p:grpSpPr>
          <p:sp>
            <p:nvSpPr>
              <p:cNvPr id="110" name="Shape 256">
                <a:extLst>
                  <a:ext uri="{FF2B5EF4-FFF2-40B4-BE49-F238E27FC236}">
                    <a16:creationId xmlns:a16="http://schemas.microsoft.com/office/drawing/2014/main" id="{80ADC4F4-A193-47E3-8EE8-87863926F631}"/>
                  </a:ext>
                </a:extLst>
              </p:cNvPr>
              <p:cNvSpPr/>
              <p:nvPr/>
            </p:nvSpPr>
            <p:spPr>
              <a:xfrm>
                <a:off x="5250833" y="1852630"/>
                <a:ext cx="1694845" cy="1225337"/>
              </a:xfrm>
              <a:prstGeom prst="roundRect">
                <a:avLst>
                  <a:gd name="adj" fmla="val 3109"/>
                </a:avLst>
              </a:prstGeom>
              <a:noFill/>
              <a:ln w="38100" cap="flat">
                <a:solidFill>
                  <a:schemeClr val="accent4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1" name="Shape 257">
                <a:extLst>
                  <a:ext uri="{FF2B5EF4-FFF2-40B4-BE49-F238E27FC236}">
                    <a16:creationId xmlns:a16="http://schemas.microsoft.com/office/drawing/2014/main" id="{A61D1513-4092-4107-BF3A-D68E0248DB8A}"/>
                  </a:ext>
                </a:extLst>
              </p:cNvPr>
              <p:cNvSpPr/>
              <p:nvPr/>
            </p:nvSpPr>
            <p:spPr>
              <a:xfrm>
                <a:off x="5250873" y="1853341"/>
                <a:ext cx="1694765" cy="4574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350" cap="flat">
                <a:solidFill>
                  <a:schemeClr val="accent4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2</a:t>
                </a:r>
                <a:endParaRPr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2" name="Shape 259">
                <a:extLst>
                  <a:ext uri="{FF2B5EF4-FFF2-40B4-BE49-F238E27FC236}">
                    <a16:creationId xmlns:a16="http://schemas.microsoft.com/office/drawing/2014/main" id="{E38FAAD0-660D-4E94-BF00-01F0546AA13B}"/>
                  </a:ext>
                </a:extLst>
              </p:cNvPr>
              <p:cNvSpPr/>
              <p:nvPr/>
            </p:nvSpPr>
            <p:spPr>
              <a:xfrm>
                <a:off x="5264281" y="2510601"/>
                <a:ext cx="1667948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/>
                <a:r>
                  <a:rPr lang="id-ID" sz="1400" dirty="0">
                    <a:latin typeface="Century Gothic" panose="020B0502020202020204" pitchFamily="34" charset="0"/>
                    <a:ea typeface="Helvetica"/>
                    <a:cs typeface="Helvetica"/>
                  </a:rPr>
                  <a:t>Services</a:t>
                </a:r>
              </a:p>
            </p:txBody>
          </p:sp>
          <p:sp>
            <p:nvSpPr>
              <p:cNvPr id="116" name="Shape 221">
                <a:extLst>
                  <a:ext uri="{FF2B5EF4-FFF2-40B4-BE49-F238E27FC236}">
                    <a16:creationId xmlns:a16="http://schemas.microsoft.com/office/drawing/2014/main" id="{1FD1DBB3-4FA3-48B8-8F74-AC86232BC99C}"/>
                  </a:ext>
                </a:extLst>
              </p:cNvPr>
              <p:cNvSpPr/>
              <p:nvPr/>
            </p:nvSpPr>
            <p:spPr>
              <a:xfrm flipH="1">
                <a:off x="6097556" y="3296935"/>
                <a:ext cx="1398" cy="241280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7" name="Shape 237">
                <a:extLst>
                  <a:ext uri="{FF2B5EF4-FFF2-40B4-BE49-F238E27FC236}">
                    <a16:creationId xmlns:a16="http://schemas.microsoft.com/office/drawing/2014/main" id="{D921BC19-601D-4F77-BB95-3DC3EF366787}"/>
                  </a:ext>
                </a:extLst>
              </p:cNvPr>
              <p:cNvSpPr/>
              <p:nvPr/>
            </p:nvSpPr>
            <p:spPr>
              <a:xfrm>
                <a:off x="5905924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4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118" name="Group 80">
              <a:extLst>
                <a:ext uri="{FF2B5EF4-FFF2-40B4-BE49-F238E27FC236}">
                  <a16:creationId xmlns:a16="http://schemas.microsoft.com/office/drawing/2014/main" id="{B96E5EFF-ABAA-45F5-875C-CF3387AD6DC9}"/>
                </a:ext>
              </a:extLst>
            </p:cNvPr>
            <p:cNvGrpSpPr/>
            <p:nvPr/>
          </p:nvGrpSpPr>
          <p:grpSpPr>
            <a:xfrm>
              <a:off x="3423614" y="3638910"/>
              <a:ext cx="1696287" cy="2173270"/>
              <a:chOff x="3671559" y="3638910"/>
              <a:chExt cx="1696287" cy="2173270"/>
            </a:xfrm>
          </p:grpSpPr>
          <p:sp>
            <p:nvSpPr>
              <p:cNvPr id="120" name="Shape 228">
                <a:extLst>
                  <a:ext uri="{FF2B5EF4-FFF2-40B4-BE49-F238E27FC236}">
                    <a16:creationId xmlns:a16="http://schemas.microsoft.com/office/drawing/2014/main" id="{6A503F46-F0DD-4168-9405-119AE1C9FA6E}"/>
                  </a:ext>
                </a:extLst>
              </p:cNvPr>
              <p:cNvSpPr/>
              <p:nvPr/>
            </p:nvSpPr>
            <p:spPr>
              <a:xfrm>
                <a:off x="4327371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grpSp>
            <p:nvGrpSpPr>
              <p:cNvPr id="121" name="Group 275">
                <a:extLst>
                  <a:ext uri="{FF2B5EF4-FFF2-40B4-BE49-F238E27FC236}">
                    <a16:creationId xmlns:a16="http://schemas.microsoft.com/office/drawing/2014/main" id="{99E9AD59-B705-478C-A53F-1E3D6EF30D1E}"/>
                  </a:ext>
                </a:extLst>
              </p:cNvPr>
              <p:cNvGrpSpPr/>
              <p:nvPr/>
            </p:nvGrpSpPr>
            <p:grpSpPr>
              <a:xfrm>
                <a:off x="3671559" y="4557097"/>
                <a:ext cx="1696287" cy="1255083"/>
                <a:chOff x="-1" y="0"/>
                <a:chExt cx="1696283" cy="1255080"/>
              </a:xfrm>
            </p:grpSpPr>
            <p:sp>
              <p:nvSpPr>
                <p:cNvPr id="125" name="Shape 272">
                  <a:extLst>
                    <a:ext uri="{FF2B5EF4-FFF2-40B4-BE49-F238E27FC236}">
                      <a16:creationId xmlns:a16="http://schemas.microsoft.com/office/drawing/2014/main" id="{B1162C02-DB6F-4DD5-9AD3-BB5A071877F7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1694846" cy="1255080"/>
                </a:xfrm>
                <a:prstGeom prst="roundRect">
                  <a:avLst>
                    <a:gd name="adj" fmla="val 3036"/>
                  </a:avLst>
                </a:prstGeom>
                <a:noFill/>
                <a:ln w="38100" cap="flat">
                  <a:solidFill>
                    <a:schemeClr val="accent5"/>
                  </a:solidFill>
                  <a:prstDash val="solid"/>
                  <a:bevel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457148">
                    <a:defRPr>
                      <a:solidFill>
                        <a:srgbClr val="F4F4F4"/>
                      </a:solidFill>
                    </a:defRPr>
                  </a:pPr>
                  <a:endParaRPr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26" name="Shape 273">
                  <a:extLst>
                    <a:ext uri="{FF2B5EF4-FFF2-40B4-BE49-F238E27FC236}">
                      <a16:creationId xmlns:a16="http://schemas.microsoft.com/office/drawing/2014/main" id="{00D9F262-BAAC-468B-ACFE-BF5B13606B20}"/>
                    </a:ext>
                  </a:extLst>
                </p:cNvPr>
                <p:cNvSpPr/>
                <p:nvPr/>
              </p:nvSpPr>
              <p:spPr>
                <a:xfrm>
                  <a:off x="1518" y="710"/>
                  <a:ext cx="1694764" cy="4574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729" y="0"/>
                      </a:moveTo>
                      <a:lnTo>
                        <a:pt x="20871" y="0"/>
                      </a:lnTo>
                      <a:cubicBezTo>
                        <a:pt x="21274" y="0"/>
                        <a:pt x="21600" y="1209"/>
                        <a:pt x="21600" y="2699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2699"/>
                      </a:lnTo>
                      <a:cubicBezTo>
                        <a:pt x="0" y="1209"/>
                        <a:pt x="326" y="0"/>
                        <a:pt x="7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350" cap="flat">
                  <a:solidFill>
                    <a:schemeClr val="accent5"/>
                  </a:solidFill>
                  <a:prstDash val="solid"/>
                  <a:bevel/>
                </a:ln>
                <a:effectLst/>
              </p:spPr>
              <p:txBody>
                <a:bodyPr wrap="square" lIns="45719" tIns="45719" rIns="182880" bIns="45719" numCol="1" anchor="ctr">
                  <a:noAutofit/>
                </a:bodyPr>
                <a:lstStyle/>
                <a:p>
                  <a:pPr algn="ctr" defTabSz="457148">
                    <a:defRPr>
                      <a:solidFill>
                        <a:srgbClr val="FFFFFF"/>
                      </a:solidFill>
                    </a:defRPr>
                  </a:pPr>
                  <a:r>
                    <a:rPr lang="en-US" b="1" dirty="0">
                      <a:solidFill>
                        <a:srgbClr val="FFFFFF"/>
                      </a:solidFill>
                      <a:latin typeface="Century Gothic" panose="020B0502020202020204" pitchFamily="34" charset="0"/>
                      <a:ea typeface="Helvetica"/>
                      <a:cs typeface="Helvetica"/>
                      <a:sym typeface="Helvetica"/>
                    </a:rPr>
                    <a:t>1</a:t>
                  </a:r>
                </a:p>
              </p:txBody>
            </p:sp>
          </p:grpSp>
          <p:sp>
            <p:nvSpPr>
              <p:cNvPr id="122" name="Shape 276">
                <a:extLst>
                  <a:ext uri="{FF2B5EF4-FFF2-40B4-BE49-F238E27FC236}">
                    <a16:creationId xmlns:a16="http://schemas.microsoft.com/office/drawing/2014/main" id="{4E323E73-EB6C-4849-8900-46CC9D71EE6C}"/>
                  </a:ext>
                </a:extLst>
              </p:cNvPr>
              <p:cNvSpPr/>
              <p:nvPr/>
            </p:nvSpPr>
            <p:spPr>
              <a:xfrm>
                <a:off x="3672759" y="5253422"/>
                <a:ext cx="1693886" cy="5232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/>
                <a:r>
                  <a:rPr lang="fr-FR" sz="1400" dirty="0">
                    <a:latin typeface="Century Gothic" panose="020B0502020202020204" pitchFamily="34" charset="0"/>
                    <a:ea typeface="Helvetica"/>
                    <a:cs typeface="Helvetica"/>
                    <a:sym typeface="Calibri"/>
                  </a:rPr>
                  <a:t>Direction du centre</a:t>
                </a:r>
                <a:endParaRPr lang="id-ID" sz="1400" dirty="0">
                  <a:latin typeface="Century Gothic" panose="020B0502020202020204" pitchFamily="34" charset="0"/>
                  <a:ea typeface="Helvetica"/>
                  <a:cs typeface="Helvetica"/>
                  <a:sym typeface="Calibri"/>
                </a:endParaRPr>
              </a:p>
            </p:txBody>
          </p:sp>
          <p:sp>
            <p:nvSpPr>
              <p:cNvPr id="124" name="Shape 215">
                <a:extLst>
                  <a:ext uri="{FF2B5EF4-FFF2-40B4-BE49-F238E27FC236}">
                    <a16:creationId xmlns:a16="http://schemas.microsoft.com/office/drawing/2014/main" id="{EEE12E0C-6DBD-4ECF-97F6-D466E873727A}"/>
                  </a:ext>
                </a:extLst>
              </p:cNvPr>
              <p:cNvSpPr/>
              <p:nvPr/>
            </p:nvSpPr>
            <p:spPr>
              <a:xfrm flipH="1">
                <a:off x="4511824" y="4138200"/>
                <a:ext cx="1423" cy="240338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dirty="0"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127" name="Group 82">
              <a:extLst>
                <a:ext uri="{FF2B5EF4-FFF2-40B4-BE49-F238E27FC236}">
                  <a16:creationId xmlns:a16="http://schemas.microsoft.com/office/drawing/2014/main" id="{CCFDFE28-ADD9-4076-B2D8-2CC6BAEC7B4C}"/>
                </a:ext>
              </a:extLst>
            </p:cNvPr>
            <p:cNvGrpSpPr/>
            <p:nvPr/>
          </p:nvGrpSpPr>
          <p:grpSpPr>
            <a:xfrm>
              <a:off x="7213362" y="3638910"/>
              <a:ext cx="1696285" cy="2170203"/>
              <a:chOff x="6851628" y="3638910"/>
              <a:chExt cx="1696285" cy="2170203"/>
            </a:xfrm>
          </p:grpSpPr>
          <p:sp>
            <p:nvSpPr>
              <p:cNvPr id="128" name="Shape 234">
                <a:extLst>
                  <a:ext uri="{FF2B5EF4-FFF2-40B4-BE49-F238E27FC236}">
                    <a16:creationId xmlns:a16="http://schemas.microsoft.com/office/drawing/2014/main" id="{AAE668BD-FD0D-4796-B699-D0E4546C3BA6}"/>
                  </a:ext>
                </a:extLst>
              </p:cNvPr>
              <p:cNvSpPr/>
              <p:nvPr/>
            </p:nvSpPr>
            <p:spPr>
              <a:xfrm>
                <a:off x="7507439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3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  <p:grpSp>
            <p:nvGrpSpPr>
              <p:cNvPr id="129" name="Group 269">
                <a:extLst>
                  <a:ext uri="{FF2B5EF4-FFF2-40B4-BE49-F238E27FC236}">
                    <a16:creationId xmlns:a16="http://schemas.microsoft.com/office/drawing/2014/main" id="{FFAB4166-4DB9-4B11-982B-31AF5AECDCB8}"/>
                  </a:ext>
                </a:extLst>
              </p:cNvPr>
              <p:cNvGrpSpPr/>
              <p:nvPr/>
            </p:nvGrpSpPr>
            <p:grpSpPr>
              <a:xfrm>
                <a:off x="6851628" y="4557095"/>
                <a:ext cx="1696285" cy="1252018"/>
                <a:chOff x="0" y="0"/>
                <a:chExt cx="1696282" cy="1252015"/>
              </a:xfrm>
            </p:grpSpPr>
            <p:sp>
              <p:nvSpPr>
                <p:cNvPr id="133" name="Shape 266">
                  <a:extLst>
                    <a:ext uri="{FF2B5EF4-FFF2-40B4-BE49-F238E27FC236}">
                      <a16:creationId xmlns:a16="http://schemas.microsoft.com/office/drawing/2014/main" id="{7B2E574D-7E4A-4CD5-9D6A-43F9230FECB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94844" cy="1252015"/>
                </a:xfrm>
                <a:prstGeom prst="roundRect">
                  <a:avLst>
                    <a:gd name="adj" fmla="val 3043"/>
                  </a:avLst>
                </a:prstGeom>
                <a:noFill/>
                <a:ln w="38100" cap="flat">
                  <a:solidFill>
                    <a:schemeClr val="accent3"/>
                  </a:solidFill>
                  <a:prstDash val="solid"/>
                  <a:bevel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457148">
                    <a:defRPr>
                      <a:solidFill>
                        <a:srgbClr val="F4F4F4"/>
                      </a:solidFill>
                    </a:defRPr>
                  </a:pPr>
                  <a:endParaRPr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34" name="Shape 267">
                  <a:extLst>
                    <a:ext uri="{FF2B5EF4-FFF2-40B4-BE49-F238E27FC236}">
                      <a16:creationId xmlns:a16="http://schemas.microsoft.com/office/drawing/2014/main" id="{126DA49E-5690-4C68-9608-1B090C02D55F}"/>
                    </a:ext>
                  </a:extLst>
                </p:cNvPr>
                <p:cNvSpPr/>
                <p:nvPr/>
              </p:nvSpPr>
              <p:spPr>
                <a:xfrm>
                  <a:off x="1518" y="711"/>
                  <a:ext cx="1694764" cy="4574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729" y="0"/>
                      </a:moveTo>
                      <a:lnTo>
                        <a:pt x="20871" y="0"/>
                      </a:lnTo>
                      <a:cubicBezTo>
                        <a:pt x="21274" y="0"/>
                        <a:pt x="21600" y="1209"/>
                        <a:pt x="21600" y="2699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2699"/>
                      </a:lnTo>
                      <a:cubicBezTo>
                        <a:pt x="0" y="1209"/>
                        <a:pt x="326" y="0"/>
                        <a:pt x="72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6350" cap="flat">
                  <a:solidFill>
                    <a:schemeClr val="accent3"/>
                  </a:solidFill>
                  <a:prstDash val="solid"/>
                  <a:bevel/>
                </a:ln>
                <a:effectLst/>
              </p:spPr>
              <p:txBody>
                <a:bodyPr wrap="square" lIns="45719" tIns="45719" rIns="182880" bIns="45719" numCol="1" anchor="ctr">
                  <a:noAutofit/>
                </a:bodyPr>
                <a:lstStyle/>
                <a:p>
                  <a:pPr algn="ctr" defTabSz="457148">
                    <a:defRPr>
                      <a:solidFill>
                        <a:srgbClr val="FFFFFF"/>
                      </a:solidFill>
                    </a:defRPr>
                  </a:pPr>
                  <a:r>
                    <a:rPr lang="en-US" b="1" dirty="0">
                      <a:solidFill>
                        <a:srgbClr val="FFFFFF"/>
                      </a:solidFill>
                      <a:latin typeface="Century Gothic" panose="020B0502020202020204" pitchFamily="34" charset="0"/>
                      <a:ea typeface="Helvetica"/>
                      <a:cs typeface="Helvetica"/>
                      <a:sym typeface="Helvetica"/>
                    </a:rPr>
                    <a:t>7</a:t>
                  </a:r>
                </a:p>
              </p:txBody>
            </p:sp>
          </p:grpSp>
          <p:sp>
            <p:nvSpPr>
              <p:cNvPr id="130" name="Shape 270">
                <a:extLst>
                  <a:ext uri="{FF2B5EF4-FFF2-40B4-BE49-F238E27FC236}">
                    <a16:creationId xmlns:a16="http://schemas.microsoft.com/office/drawing/2014/main" id="{F8D7D0FD-33D2-4761-9914-87000A6687FB}"/>
                  </a:ext>
                </a:extLst>
              </p:cNvPr>
              <p:cNvSpPr/>
              <p:nvPr/>
            </p:nvSpPr>
            <p:spPr>
              <a:xfrm>
                <a:off x="6863680" y="5224340"/>
                <a:ext cx="1667949" cy="5232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/>
                <a:r>
                  <a:rPr lang="fr-FR" sz="1400" dirty="0">
                    <a:latin typeface="Century Gothic" panose="020B0502020202020204" pitchFamily="34" charset="0"/>
                    <a:ea typeface="Helvetica"/>
                    <a:cs typeface="Helvetica"/>
                  </a:rPr>
                  <a:t>Unités de Gestion Forestière</a:t>
                </a:r>
                <a:endParaRPr lang="id-ID" sz="1400" dirty="0">
                  <a:latin typeface="Century Gothic" panose="020B0502020202020204" pitchFamily="34" charset="0"/>
                  <a:ea typeface="Helvetica"/>
                  <a:cs typeface="Helvetica"/>
                </a:endParaRPr>
              </a:p>
            </p:txBody>
          </p:sp>
          <p:sp>
            <p:nvSpPr>
              <p:cNvPr id="132" name="Shape 221">
                <a:extLst>
                  <a:ext uri="{FF2B5EF4-FFF2-40B4-BE49-F238E27FC236}">
                    <a16:creationId xmlns:a16="http://schemas.microsoft.com/office/drawing/2014/main" id="{DA044F1A-9762-497D-AC1D-A67C35B0E318}"/>
                  </a:ext>
                </a:extLst>
              </p:cNvPr>
              <p:cNvSpPr/>
              <p:nvPr/>
            </p:nvSpPr>
            <p:spPr>
              <a:xfrm flipH="1">
                <a:off x="7697655" y="4133883"/>
                <a:ext cx="1398" cy="241280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>
                  <a:latin typeface="Century Gothic" panose="020B0502020202020204" pitchFamily="34" charset="0"/>
                </a:endParaRPr>
              </a:p>
            </p:txBody>
          </p:sp>
        </p:grp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41860E1F-84E2-427B-A69D-5B18D7210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81" y="1975953"/>
            <a:ext cx="196284" cy="1962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B73350B-3C9D-40FC-9D64-990520687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618" y="1927613"/>
            <a:ext cx="244624" cy="24462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AE74972-2CED-428A-BBFF-05DE413589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113" y="4632742"/>
            <a:ext cx="274926" cy="27492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63C9651-CAA3-438E-89D5-891F949F92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50" y="4648792"/>
            <a:ext cx="258876" cy="258876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B1AE0088-C12D-42D3-8601-93E6A4CE8F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687" y="1934662"/>
            <a:ext cx="278866" cy="27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3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279">
            <a:extLst>
              <a:ext uri="{FF2B5EF4-FFF2-40B4-BE49-F238E27FC236}">
                <a16:creationId xmlns:a16="http://schemas.microsoft.com/office/drawing/2014/main" id="{1C914C82-1C5C-4614-9D09-A03AE602E869}"/>
              </a:ext>
            </a:extLst>
          </p:cNvPr>
          <p:cNvSpPr/>
          <p:nvPr/>
        </p:nvSpPr>
        <p:spPr>
          <a:xfrm>
            <a:off x="11813721" y="6490607"/>
            <a:ext cx="358850" cy="342569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fr-FR" sz="1200" b="1" dirty="0">
                <a:latin typeface="Century Gothic" panose="020B0502020202020204" pitchFamily="34" charset="0"/>
              </a:rPr>
              <a:t>3</a:t>
            </a:r>
            <a:endParaRPr sz="1200" b="1" dirty="0">
              <a:latin typeface="Century Gothic" panose="020B0502020202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79F823D-B40E-4575-AA18-F94D09EDD49E}"/>
              </a:ext>
            </a:extLst>
          </p:cNvPr>
          <p:cNvGrpSpPr/>
          <p:nvPr/>
        </p:nvGrpSpPr>
        <p:grpSpPr>
          <a:xfrm>
            <a:off x="16328" y="16328"/>
            <a:ext cx="555552" cy="530679"/>
            <a:chOff x="16328" y="16328"/>
            <a:chExt cx="555552" cy="530679"/>
          </a:xfrm>
        </p:grpSpPr>
        <p:sp>
          <p:nvSpPr>
            <p:cNvPr id="114" name="Shape 279">
              <a:extLst>
                <a:ext uri="{FF2B5EF4-FFF2-40B4-BE49-F238E27FC236}">
                  <a16:creationId xmlns:a16="http://schemas.microsoft.com/office/drawing/2014/main" id="{BC99D9E7-576E-4828-9831-12CA69A0AF86}"/>
                </a:ext>
              </a:extLst>
            </p:cNvPr>
            <p:cNvSpPr/>
            <p:nvPr/>
          </p:nvSpPr>
          <p:spPr>
            <a:xfrm>
              <a:off x="16328" y="16328"/>
              <a:ext cx="555552" cy="530679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200" b="1" dirty="0">
                <a:latin typeface="Century Gothic" panose="020B0502020202020204" pitchFamily="34" charset="0"/>
              </a:endParaRP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B381ABA9-1838-49DB-B11D-1F1BC46A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79383"/>
              <a:ext cx="260079" cy="404568"/>
            </a:xfrm>
            <a:prstGeom prst="rect">
              <a:avLst/>
            </a:prstGeom>
          </p:spPr>
        </p:pic>
      </p:grpSp>
      <p:sp>
        <p:nvSpPr>
          <p:cNvPr id="89" name="Rectangle : avec coin rogné 88">
            <a:extLst>
              <a:ext uri="{FF2B5EF4-FFF2-40B4-BE49-F238E27FC236}">
                <a16:creationId xmlns:a16="http://schemas.microsoft.com/office/drawing/2014/main" id="{0B1B1C2C-4BAC-4FC5-9E13-FDDE2E234947}"/>
              </a:ext>
            </a:extLst>
          </p:cNvPr>
          <p:cNvSpPr/>
          <p:nvPr/>
        </p:nvSpPr>
        <p:spPr>
          <a:xfrm rot="10800000" flipV="1">
            <a:off x="4882242" y="0"/>
            <a:ext cx="7309757" cy="759279"/>
          </a:xfrm>
          <a:prstGeom prst="snip1Rect">
            <a:avLst>
              <a:gd name="adj" fmla="val 0"/>
            </a:avLst>
          </a:prstGeom>
          <a:solidFill>
            <a:srgbClr val="007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latin typeface="Century Gothic" panose="020B0502020202020204" pitchFamily="34" charset="0"/>
              </a:rPr>
              <a:t>1-CENTRE DE GESTION DE GAGNOA</a:t>
            </a:r>
          </a:p>
        </p:txBody>
      </p: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990720F7-F53A-4866-A61F-E6B64CDD582A}"/>
              </a:ext>
            </a:extLst>
          </p:cNvPr>
          <p:cNvCxnSpPr>
            <a:cxnSpLocks/>
          </p:cNvCxnSpPr>
          <p:nvPr/>
        </p:nvCxnSpPr>
        <p:spPr>
          <a:xfrm>
            <a:off x="4882242" y="759280"/>
            <a:ext cx="7309758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e 2">
            <a:extLst>
              <a:ext uri="{FF2B5EF4-FFF2-40B4-BE49-F238E27FC236}">
                <a16:creationId xmlns:a16="http://schemas.microsoft.com/office/drawing/2014/main" id="{47B604AB-1B9C-420A-91AC-19892CEF3AAC}"/>
              </a:ext>
            </a:extLst>
          </p:cNvPr>
          <p:cNvGrpSpPr/>
          <p:nvPr/>
        </p:nvGrpSpPr>
        <p:grpSpPr>
          <a:xfrm>
            <a:off x="16328" y="1927613"/>
            <a:ext cx="12192001" cy="3959550"/>
            <a:chOff x="954224" y="1852630"/>
            <a:chExt cx="12192001" cy="3959550"/>
          </a:xfrm>
        </p:grpSpPr>
        <p:sp>
          <p:nvSpPr>
            <p:cNvPr id="135" name="Shape 208">
              <a:extLst>
                <a:ext uri="{FF2B5EF4-FFF2-40B4-BE49-F238E27FC236}">
                  <a16:creationId xmlns:a16="http://schemas.microsoft.com/office/drawing/2014/main" id="{F10D51A7-C802-42BA-9BF1-196D418949B1}"/>
                </a:ext>
              </a:extLst>
            </p:cNvPr>
            <p:cNvSpPr/>
            <p:nvPr/>
          </p:nvSpPr>
          <p:spPr>
            <a:xfrm flipH="1" flipV="1">
              <a:off x="954224" y="3831237"/>
              <a:ext cx="12192001" cy="1"/>
            </a:xfrm>
            <a:prstGeom prst="line">
              <a:avLst/>
            </a:prstGeom>
            <a:ln w="19050">
              <a:solidFill>
                <a:srgbClr val="BFBFBF"/>
              </a:solidFill>
              <a:prstDash val="sysDash"/>
              <a:bevel/>
            </a:ln>
          </p:spPr>
          <p:txBody>
            <a:bodyPr lIns="0" tIns="0" rIns="0" bIns="0"/>
            <a:lstStyle/>
            <a:p>
              <a:pPr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400">
                <a:latin typeface="Century Gothic" panose="020B0502020202020204" pitchFamily="34" charset="0"/>
              </a:endParaRPr>
            </a:p>
          </p:txBody>
        </p:sp>
        <p:grpSp>
          <p:nvGrpSpPr>
            <p:cNvPr id="91" name="Group 83">
              <a:extLst>
                <a:ext uri="{FF2B5EF4-FFF2-40B4-BE49-F238E27FC236}">
                  <a16:creationId xmlns:a16="http://schemas.microsoft.com/office/drawing/2014/main" id="{8F002435-A7DC-4E6A-9CAF-926204E5C1B2}"/>
                </a:ext>
              </a:extLst>
            </p:cNvPr>
            <p:cNvGrpSpPr/>
            <p:nvPr/>
          </p:nvGrpSpPr>
          <p:grpSpPr>
            <a:xfrm>
              <a:off x="9108954" y="1854513"/>
              <a:ext cx="1752426" cy="2169051"/>
              <a:chOff x="8469626" y="1854513"/>
              <a:chExt cx="1752426" cy="2169051"/>
            </a:xfrm>
          </p:grpSpPr>
          <p:sp>
            <p:nvSpPr>
              <p:cNvPr id="92" name="Shape 221">
                <a:extLst>
                  <a:ext uri="{FF2B5EF4-FFF2-40B4-BE49-F238E27FC236}">
                    <a16:creationId xmlns:a16="http://schemas.microsoft.com/office/drawing/2014/main" id="{5D12CC94-A277-4A8D-B6E1-3A9C8B740C5F}"/>
                  </a:ext>
                </a:extLst>
              </p:cNvPr>
              <p:cNvSpPr/>
              <p:nvPr/>
            </p:nvSpPr>
            <p:spPr>
              <a:xfrm flipH="1">
                <a:off x="9316350" y="3300310"/>
                <a:ext cx="1398" cy="241280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93" name="Shape 237">
                <a:extLst>
                  <a:ext uri="{FF2B5EF4-FFF2-40B4-BE49-F238E27FC236}">
                    <a16:creationId xmlns:a16="http://schemas.microsoft.com/office/drawing/2014/main" id="{38E36630-81AF-477F-A4A5-6B1EE61483D6}"/>
                  </a:ext>
                </a:extLst>
              </p:cNvPr>
              <p:cNvSpPr/>
              <p:nvPr/>
            </p:nvSpPr>
            <p:spPr>
              <a:xfrm>
                <a:off x="9124718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1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94" name="Shape 261">
                <a:extLst>
                  <a:ext uri="{FF2B5EF4-FFF2-40B4-BE49-F238E27FC236}">
                    <a16:creationId xmlns:a16="http://schemas.microsoft.com/office/drawing/2014/main" id="{333E2EB2-2982-443D-8238-F9C22F8AED31}"/>
                  </a:ext>
                </a:extLst>
              </p:cNvPr>
              <p:cNvSpPr/>
              <p:nvPr/>
            </p:nvSpPr>
            <p:spPr>
              <a:xfrm>
                <a:off x="8469626" y="1854513"/>
                <a:ext cx="1752386" cy="1223455"/>
              </a:xfrm>
              <a:prstGeom prst="roundRect">
                <a:avLst>
                  <a:gd name="adj" fmla="val 3114"/>
                </a:avLst>
              </a:prstGeom>
              <a:noFill/>
              <a:ln w="38100" cap="flat">
                <a:solidFill>
                  <a:schemeClr val="accent1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95" name="Shape 262">
                <a:extLst>
                  <a:ext uri="{FF2B5EF4-FFF2-40B4-BE49-F238E27FC236}">
                    <a16:creationId xmlns:a16="http://schemas.microsoft.com/office/drawing/2014/main" id="{AA43DCA0-491C-40D6-BF38-F4096D5086E4}"/>
                  </a:ext>
                </a:extLst>
              </p:cNvPr>
              <p:cNvSpPr/>
              <p:nvPr/>
            </p:nvSpPr>
            <p:spPr>
              <a:xfrm>
                <a:off x="8469666" y="1855224"/>
                <a:ext cx="1752386" cy="4574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sz="1400" dirty="0"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12</a:t>
                </a:r>
              </a:p>
            </p:txBody>
          </p:sp>
          <p:sp>
            <p:nvSpPr>
              <p:cNvPr id="96" name="Shape 264">
                <a:extLst>
                  <a:ext uri="{FF2B5EF4-FFF2-40B4-BE49-F238E27FC236}">
                    <a16:creationId xmlns:a16="http://schemas.microsoft.com/office/drawing/2014/main" id="{6A4EE23E-74E0-45B3-BF43-B271CBB4BD2B}"/>
                  </a:ext>
                </a:extLst>
              </p:cNvPr>
              <p:cNvSpPr/>
              <p:nvPr/>
            </p:nvSpPr>
            <p:spPr>
              <a:xfrm>
                <a:off x="8469626" y="2424964"/>
                <a:ext cx="1752426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/>
                <a:r>
                  <a:rPr lang="en-US" sz="1400" dirty="0">
                    <a:latin typeface="Century Gothic" panose="020B0502020202020204" pitchFamily="34" charset="0"/>
                    <a:ea typeface="Helvetica"/>
                    <a:cs typeface="Helvetica"/>
                  </a:rPr>
                  <a:t>Forêts Classées</a:t>
                </a:r>
              </a:p>
            </p:txBody>
          </p:sp>
        </p:grpSp>
        <p:grpSp>
          <p:nvGrpSpPr>
            <p:cNvPr id="98" name="Group 79">
              <a:extLst>
                <a:ext uri="{FF2B5EF4-FFF2-40B4-BE49-F238E27FC236}">
                  <a16:creationId xmlns:a16="http://schemas.microsoft.com/office/drawing/2014/main" id="{57DFCCFE-68CB-434D-9538-A54A096BB067}"/>
                </a:ext>
              </a:extLst>
            </p:cNvPr>
            <p:cNvGrpSpPr/>
            <p:nvPr/>
          </p:nvGrpSpPr>
          <p:grpSpPr>
            <a:xfrm>
              <a:off x="1529461" y="1855459"/>
              <a:ext cx="1694846" cy="2168105"/>
              <a:chOff x="2065013" y="1855459"/>
              <a:chExt cx="1694846" cy="2168105"/>
            </a:xfrm>
          </p:grpSpPr>
          <p:sp>
            <p:nvSpPr>
              <p:cNvPr id="100" name="Shape 215">
                <a:extLst>
                  <a:ext uri="{FF2B5EF4-FFF2-40B4-BE49-F238E27FC236}">
                    <a16:creationId xmlns:a16="http://schemas.microsoft.com/office/drawing/2014/main" id="{E79596B4-BC3F-4905-9FB3-74F381243DCB}"/>
                  </a:ext>
                </a:extLst>
              </p:cNvPr>
              <p:cNvSpPr/>
              <p:nvPr/>
            </p:nvSpPr>
            <p:spPr>
              <a:xfrm flipH="1">
                <a:off x="2911725" y="3301252"/>
                <a:ext cx="1423" cy="240338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1" name="Shape 251">
                <a:extLst>
                  <a:ext uri="{FF2B5EF4-FFF2-40B4-BE49-F238E27FC236}">
                    <a16:creationId xmlns:a16="http://schemas.microsoft.com/office/drawing/2014/main" id="{2F9A2039-FD75-4DE8-9B8F-8F3B601CFBDA}"/>
                  </a:ext>
                </a:extLst>
              </p:cNvPr>
              <p:cNvSpPr/>
              <p:nvPr/>
            </p:nvSpPr>
            <p:spPr>
              <a:xfrm>
                <a:off x="2065013" y="1855459"/>
                <a:ext cx="1694846" cy="1222510"/>
              </a:xfrm>
              <a:prstGeom prst="roundRect">
                <a:avLst>
                  <a:gd name="adj" fmla="val 3117"/>
                </a:avLst>
              </a:prstGeom>
              <a:noFill/>
              <a:ln w="381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2" name="Shape 252">
                <a:extLst>
                  <a:ext uri="{FF2B5EF4-FFF2-40B4-BE49-F238E27FC236}">
                    <a16:creationId xmlns:a16="http://schemas.microsoft.com/office/drawing/2014/main" id="{8A97F75A-2B8A-477C-A4DB-0CE7001B115F}"/>
                  </a:ext>
                </a:extLst>
              </p:cNvPr>
              <p:cNvSpPr/>
              <p:nvPr/>
            </p:nvSpPr>
            <p:spPr>
              <a:xfrm>
                <a:off x="2065053" y="1856170"/>
                <a:ext cx="1694766" cy="4574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635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sz="1400" dirty="0"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1991</a:t>
                </a:r>
                <a:endParaRPr sz="14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3" name="Shape 254">
                <a:extLst>
                  <a:ext uri="{FF2B5EF4-FFF2-40B4-BE49-F238E27FC236}">
                    <a16:creationId xmlns:a16="http://schemas.microsoft.com/office/drawing/2014/main" id="{0526ECB7-4F24-4E54-B69A-956FD194BF87}"/>
                  </a:ext>
                </a:extLst>
              </p:cNvPr>
              <p:cNvSpPr/>
              <p:nvPr/>
            </p:nvSpPr>
            <p:spPr>
              <a:xfrm>
                <a:off x="2078462" y="2510603"/>
                <a:ext cx="1667949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defRPr sz="1600" b="1">
                    <a:solidFill>
                      <a:srgbClr val="595959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>
                  <a:defRPr sz="1800" b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pPr>
                <a:r>
                  <a:rPr lang="fr-FR" sz="1400" b="0" dirty="0">
                    <a:solidFill>
                      <a:schemeClr val="tx1"/>
                    </a:solidFill>
                    <a:latin typeface="Century Gothic" panose="020B0502020202020204" pitchFamily="34" charset="0"/>
                    <a:sym typeface="Helvetica"/>
                  </a:rPr>
                  <a:t>Date de création</a:t>
                </a:r>
                <a:endParaRPr sz="1400" b="0" dirty="0">
                  <a:solidFill>
                    <a:schemeClr val="tx1"/>
                  </a:solidFill>
                  <a:latin typeface="Century Gothic" panose="020B0502020202020204" pitchFamily="34" charset="0"/>
                  <a:sym typeface="Helvetica"/>
                </a:endParaRPr>
              </a:p>
            </p:txBody>
          </p:sp>
          <p:sp>
            <p:nvSpPr>
              <p:cNvPr id="107" name="Shape 228">
                <a:extLst>
                  <a:ext uri="{FF2B5EF4-FFF2-40B4-BE49-F238E27FC236}">
                    <a16:creationId xmlns:a16="http://schemas.microsoft.com/office/drawing/2014/main" id="{7D0DEE14-C4DE-4A82-8326-1E248E59740B}"/>
                  </a:ext>
                </a:extLst>
              </p:cNvPr>
              <p:cNvSpPr/>
              <p:nvPr/>
            </p:nvSpPr>
            <p:spPr>
              <a:xfrm>
                <a:off x="2720105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6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109" name="Group 81">
              <a:extLst>
                <a:ext uri="{FF2B5EF4-FFF2-40B4-BE49-F238E27FC236}">
                  <a16:creationId xmlns:a16="http://schemas.microsoft.com/office/drawing/2014/main" id="{622C8140-5D47-4FB2-89E5-D3DA5AD6C0F7}"/>
                </a:ext>
              </a:extLst>
            </p:cNvPr>
            <p:cNvGrpSpPr/>
            <p:nvPr/>
          </p:nvGrpSpPr>
          <p:grpSpPr>
            <a:xfrm>
              <a:off x="5319209" y="1852630"/>
              <a:ext cx="1694845" cy="2170934"/>
              <a:chOff x="5250833" y="1852630"/>
              <a:chExt cx="1694845" cy="2170934"/>
            </a:xfrm>
          </p:grpSpPr>
          <p:sp>
            <p:nvSpPr>
              <p:cNvPr id="110" name="Shape 256">
                <a:extLst>
                  <a:ext uri="{FF2B5EF4-FFF2-40B4-BE49-F238E27FC236}">
                    <a16:creationId xmlns:a16="http://schemas.microsoft.com/office/drawing/2014/main" id="{80ADC4F4-A193-47E3-8EE8-87863926F631}"/>
                  </a:ext>
                </a:extLst>
              </p:cNvPr>
              <p:cNvSpPr/>
              <p:nvPr/>
            </p:nvSpPr>
            <p:spPr>
              <a:xfrm>
                <a:off x="5250833" y="1852630"/>
                <a:ext cx="1694845" cy="1225337"/>
              </a:xfrm>
              <a:prstGeom prst="roundRect">
                <a:avLst>
                  <a:gd name="adj" fmla="val 3109"/>
                </a:avLst>
              </a:prstGeom>
              <a:noFill/>
              <a:ln w="38100" cap="flat">
                <a:solidFill>
                  <a:schemeClr val="accent4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4F4F4"/>
                    </a:solidFill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1" name="Shape 257">
                <a:extLst>
                  <a:ext uri="{FF2B5EF4-FFF2-40B4-BE49-F238E27FC236}">
                    <a16:creationId xmlns:a16="http://schemas.microsoft.com/office/drawing/2014/main" id="{A61D1513-4092-4107-BF3A-D68E0248DB8A}"/>
                  </a:ext>
                </a:extLst>
              </p:cNvPr>
              <p:cNvSpPr/>
              <p:nvPr/>
            </p:nvSpPr>
            <p:spPr>
              <a:xfrm>
                <a:off x="5250873" y="1853341"/>
                <a:ext cx="1694765" cy="4574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9" y="0"/>
                    </a:moveTo>
                    <a:lnTo>
                      <a:pt x="20871" y="0"/>
                    </a:lnTo>
                    <a:cubicBezTo>
                      <a:pt x="21274" y="0"/>
                      <a:pt x="21600" y="1209"/>
                      <a:pt x="21600" y="269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699"/>
                    </a:lnTo>
                    <a:cubicBezTo>
                      <a:pt x="0" y="1209"/>
                      <a:pt x="326" y="0"/>
                      <a:pt x="7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350" cap="flat">
                <a:solidFill>
                  <a:schemeClr val="accent4"/>
                </a:solidFill>
                <a:prstDash val="solid"/>
                <a:bevel/>
              </a:ln>
              <a:effectLst/>
            </p:spPr>
            <p:txBody>
              <a:bodyPr wrap="square" lIns="45719" tIns="45719" rIns="182880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FFFFFF"/>
                    </a:solidFill>
                  </a:defRPr>
                </a:pPr>
                <a:r>
                  <a:rPr lang="en-US" sz="1400" dirty="0">
                    <a:latin typeface="Century Gothic" panose="020B0502020202020204" pitchFamily="34" charset="0"/>
                    <a:ea typeface="Helvetica"/>
                    <a:cs typeface="Helvetica"/>
                    <a:sym typeface="Helvetica"/>
                  </a:rPr>
                  <a:t>2</a:t>
                </a:r>
                <a:endParaRPr sz="14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2" name="Shape 259">
                <a:extLst>
                  <a:ext uri="{FF2B5EF4-FFF2-40B4-BE49-F238E27FC236}">
                    <a16:creationId xmlns:a16="http://schemas.microsoft.com/office/drawing/2014/main" id="{E38FAAD0-660D-4E94-BF00-01F0546AA13B}"/>
                  </a:ext>
                </a:extLst>
              </p:cNvPr>
              <p:cNvSpPr/>
              <p:nvPr/>
            </p:nvSpPr>
            <p:spPr>
              <a:xfrm>
                <a:off x="5264281" y="2510601"/>
                <a:ext cx="1667948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/>
                <a:r>
                  <a:rPr lang="id-ID" sz="1400" dirty="0">
                    <a:latin typeface="Century Gothic" panose="020B0502020202020204" pitchFamily="34" charset="0"/>
                    <a:ea typeface="Helvetica"/>
                    <a:cs typeface="Helvetica"/>
                  </a:rPr>
                  <a:t>Services</a:t>
                </a:r>
              </a:p>
            </p:txBody>
          </p:sp>
          <p:sp>
            <p:nvSpPr>
              <p:cNvPr id="116" name="Shape 221">
                <a:extLst>
                  <a:ext uri="{FF2B5EF4-FFF2-40B4-BE49-F238E27FC236}">
                    <a16:creationId xmlns:a16="http://schemas.microsoft.com/office/drawing/2014/main" id="{1FD1DBB3-4FA3-48B8-8F74-AC86232BC99C}"/>
                  </a:ext>
                </a:extLst>
              </p:cNvPr>
              <p:cNvSpPr/>
              <p:nvPr/>
            </p:nvSpPr>
            <p:spPr>
              <a:xfrm flipH="1">
                <a:off x="6097556" y="3296935"/>
                <a:ext cx="1398" cy="241280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7" name="Shape 237">
                <a:extLst>
                  <a:ext uri="{FF2B5EF4-FFF2-40B4-BE49-F238E27FC236}">
                    <a16:creationId xmlns:a16="http://schemas.microsoft.com/office/drawing/2014/main" id="{D921BC19-601D-4F77-BB95-3DC3EF366787}"/>
                  </a:ext>
                </a:extLst>
              </p:cNvPr>
              <p:cNvSpPr/>
              <p:nvPr/>
            </p:nvSpPr>
            <p:spPr>
              <a:xfrm>
                <a:off x="5905924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4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118" name="Group 80">
              <a:extLst>
                <a:ext uri="{FF2B5EF4-FFF2-40B4-BE49-F238E27FC236}">
                  <a16:creationId xmlns:a16="http://schemas.microsoft.com/office/drawing/2014/main" id="{B96E5EFF-ABAA-45F5-875C-CF3387AD6DC9}"/>
                </a:ext>
              </a:extLst>
            </p:cNvPr>
            <p:cNvGrpSpPr/>
            <p:nvPr/>
          </p:nvGrpSpPr>
          <p:grpSpPr>
            <a:xfrm>
              <a:off x="3423614" y="3638910"/>
              <a:ext cx="1696287" cy="2173270"/>
              <a:chOff x="3671559" y="3638910"/>
              <a:chExt cx="1696287" cy="2173270"/>
            </a:xfrm>
          </p:grpSpPr>
          <p:sp>
            <p:nvSpPr>
              <p:cNvPr id="120" name="Shape 228">
                <a:extLst>
                  <a:ext uri="{FF2B5EF4-FFF2-40B4-BE49-F238E27FC236}">
                    <a16:creationId xmlns:a16="http://schemas.microsoft.com/office/drawing/2014/main" id="{6A503F46-F0DD-4168-9405-119AE1C9FA6E}"/>
                  </a:ext>
                </a:extLst>
              </p:cNvPr>
              <p:cNvSpPr/>
              <p:nvPr/>
            </p:nvSpPr>
            <p:spPr>
              <a:xfrm>
                <a:off x="4327371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grpSp>
            <p:nvGrpSpPr>
              <p:cNvPr id="121" name="Group 275">
                <a:extLst>
                  <a:ext uri="{FF2B5EF4-FFF2-40B4-BE49-F238E27FC236}">
                    <a16:creationId xmlns:a16="http://schemas.microsoft.com/office/drawing/2014/main" id="{99E9AD59-B705-478C-A53F-1E3D6EF30D1E}"/>
                  </a:ext>
                </a:extLst>
              </p:cNvPr>
              <p:cNvGrpSpPr/>
              <p:nvPr/>
            </p:nvGrpSpPr>
            <p:grpSpPr>
              <a:xfrm>
                <a:off x="3671559" y="4557097"/>
                <a:ext cx="1696287" cy="1255083"/>
                <a:chOff x="-1" y="0"/>
                <a:chExt cx="1696283" cy="1255080"/>
              </a:xfrm>
            </p:grpSpPr>
            <p:sp>
              <p:nvSpPr>
                <p:cNvPr id="125" name="Shape 272">
                  <a:extLst>
                    <a:ext uri="{FF2B5EF4-FFF2-40B4-BE49-F238E27FC236}">
                      <a16:creationId xmlns:a16="http://schemas.microsoft.com/office/drawing/2014/main" id="{B1162C02-DB6F-4DD5-9AD3-BB5A071877F7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1694846" cy="1255080"/>
                </a:xfrm>
                <a:prstGeom prst="roundRect">
                  <a:avLst>
                    <a:gd name="adj" fmla="val 3036"/>
                  </a:avLst>
                </a:prstGeom>
                <a:noFill/>
                <a:ln w="38100" cap="flat">
                  <a:solidFill>
                    <a:schemeClr val="accent5"/>
                  </a:solidFill>
                  <a:prstDash val="solid"/>
                  <a:bevel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457148">
                    <a:defRPr>
                      <a:solidFill>
                        <a:srgbClr val="F4F4F4"/>
                      </a:solidFill>
                    </a:defRPr>
                  </a:pPr>
                  <a:endParaRPr sz="140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26" name="Shape 273">
                  <a:extLst>
                    <a:ext uri="{FF2B5EF4-FFF2-40B4-BE49-F238E27FC236}">
                      <a16:creationId xmlns:a16="http://schemas.microsoft.com/office/drawing/2014/main" id="{00D9F262-BAAC-468B-ACFE-BF5B13606B20}"/>
                    </a:ext>
                  </a:extLst>
                </p:cNvPr>
                <p:cNvSpPr/>
                <p:nvPr/>
              </p:nvSpPr>
              <p:spPr>
                <a:xfrm>
                  <a:off x="1518" y="710"/>
                  <a:ext cx="1694764" cy="4574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729" y="0"/>
                      </a:moveTo>
                      <a:lnTo>
                        <a:pt x="20871" y="0"/>
                      </a:lnTo>
                      <a:cubicBezTo>
                        <a:pt x="21274" y="0"/>
                        <a:pt x="21600" y="1209"/>
                        <a:pt x="21600" y="2699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2699"/>
                      </a:lnTo>
                      <a:cubicBezTo>
                        <a:pt x="0" y="1209"/>
                        <a:pt x="326" y="0"/>
                        <a:pt x="7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350" cap="flat">
                  <a:solidFill>
                    <a:schemeClr val="accent5"/>
                  </a:solidFill>
                  <a:prstDash val="solid"/>
                  <a:bevel/>
                </a:ln>
                <a:effectLst/>
              </p:spPr>
              <p:txBody>
                <a:bodyPr wrap="square" lIns="45719" tIns="45719" rIns="182880" bIns="45719" numCol="1" anchor="ctr">
                  <a:noAutofit/>
                </a:bodyPr>
                <a:lstStyle/>
                <a:p>
                  <a:pPr algn="ctr" defTabSz="457148">
                    <a:defRPr>
                      <a:solidFill>
                        <a:srgbClr val="FFFFFF"/>
                      </a:solidFill>
                    </a:defRPr>
                  </a:pPr>
                  <a:r>
                    <a:rPr lang="en-US" sz="1400" dirty="0">
                      <a:latin typeface="Century Gothic" panose="020B0502020202020204" pitchFamily="34" charset="0"/>
                      <a:ea typeface="Helvetica"/>
                      <a:cs typeface="Helvetica"/>
                      <a:sym typeface="Helvetica"/>
                    </a:rPr>
                    <a:t>1</a:t>
                  </a:r>
                </a:p>
              </p:txBody>
            </p:sp>
          </p:grpSp>
          <p:sp>
            <p:nvSpPr>
              <p:cNvPr id="122" name="Shape 276">
                <a:extLst>
                  <a:ext uri="{FF2B5EF4-FFF2-40B4-BE49-F238E27FC236}">
                    <a16:creationId xmlns:a16="http://schemas.microsoft.com/office/drawing/2014/main" id="{4E323E73-EB6C-4849-8900-46CC9D71EE6C}"/>
                  </a:ext>
                </a:extLst>
              </p:cNvPr>
              <p:cNvSpPr/>
              <p:nvPr/>
            </p:nvSpPr>
            <p:spPr>
              <a:xfrm>
                <a:off x="3672759" y="5253422"/>
                <a:ext cx="1693886" cy="5232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/>
                <a:r>
                  <a:rPr lang="fr-FR" sz="1400" dirty="0">
                    <a:latin typeface="Century Gothic" panose="020B0502020202020204" pitchFamily="34" charset="0"/>
                    <a:ea typeface="Helvetica"/>
                    <a:cs typeface="Helvetica"/>
                    <a:sym typeface="Calibri"/>
                  </a:rPr>
                  <a:t>Direction du centre</a:t>
                </a:r>
                <a:endParaRPr lang="id-ID" sz="1400" dirty="0">
                  <a:latin typeface="Century Gothic" panose="020B0502020202020204" pitchFamily="34" charset="0"/>
                  <a:ea typeface="Helvetica"/>
                  <a:cs typeface="Helvetica"/>
                  <a:sym typeface="Calibri"/>
                </a:endParaRPr>
              </a:p>
            </p:txBody>
          </p:sp>
          <p:sp>
            <p:nvSpPr>
              <p:cNvPr id="124" name="Shape 215">
                <a:extLst>
                  <a:ext uri="{FF2B5EF4-FFF2-40B4-BE49-F238E27FC236}">
                    <a16:creationId xmlns:a16="http://schemas.microsoft.com/office/drawing/2014/main" id="{EEE12E0C-6DBD-4ECF-97F6-D466E873727A}"/>
                  </a:ext>
                </a:extLst>
              </p:cNvPr>
              <p:cNvSpPr/>
              <p:nvPr/>
            </p:nvSpPr>
            <p:spPr>
              <a:xfrm flipH="1">
                <a:off x="4511824" y="4138200"/>
                <a:ext cx="1423" cy="240338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 dirty="0"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127" name="Group 82">
              <a:extLst>
                <a:ext uri="{FF2B5EF4-FFF2-40B4-BE49-F238E27FC236}">
                  <a16:creationId xmlns:a16="http://schemas.microsoft.com/office/drawing/2014/main" id="{CCFDFE28-ADD9-4076-B2D8-2CC6BAEC7B4C}"/>
                </a:ext>
              </a:extLst>
            </p:cNvPr>
            <p:cNvGrpSpPr/>
            <p:nvPr/>
          </p:nvGrpSpPr>
          <p:grpSpPr>
            <a:xfrm>
              <a:off x="7213362" y="3638910"/>
              <a:ext cx="1696285" cy="2170203"/>
              <a:chOff x="6851628" y="3638910"/>
              <a:chExt cx="1696285" cy="2170203"/>
            </a:xfrm>
          </p:grpSpPr>
          <p:sp>
            <p:nvSpPr>
              <p:cNvPr id="128" name="Shape 234">
                <a:extLst>
                  <a:ext uri="{FF2B5EF4-FFF2-40B4-BE49-F238E27FC236}">
                    <a16:creationId xmlns:a16="http://schemas.microsoft.com/office/drawing/2014/main" id="{AAE668BD-FD0D-4796-B699-D0E4546C3BA6}"/>
                  </a:ext>
                </a:extLst>
              </p:cNvPr>
              <p:cNvSpPr/>
              <p:nvPr/>
            </p:nvSpPr>
            <p:spPr>
              <a:xfrm>
                <a:off x="7507439" y="3638910"/>
                <a:ext cx="384662" cy="384654"/>
              </a:xfrm>
              <a:prstGeom prst="ellipse">
                <a:avLst/>
              </a:prstGeom>
              <a:solidFill>
                <a:srgbClr val="F4F4F4"/>
              </a:solidFill>
              <a:ln w="88900" cap="flat">
                <a:solidFill>
                  <a:schemeClr val="accent3"/>
                </a:solidFill>
                <a:prstDash val="solid"/>
                <a:bevel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57148">
                  <a:defRPr>
                    <a:solidFill>
                      <a:srgbClr val="070707"/>
                    </a:solidFill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  <p:grpSp>
            <p:nvGrpSpPr>
              <p:cNvPr id="129" name="Group 269">
                <a:extLst>
                  <a:ext uri="{FF2B5EF4-FFF2-40B4-BE49-F238E27FC236}">
                    <a16:creationId xmlns:a16="http://schemas.microsoft.com/office/drawing/2014/main" id="{FFAB4166-4DB9-4B11-982B-31AF5AECDCB8}"/>
                  </a:ext>
                </a:extLst>
              </p:cNvPr>
              <p:cNvGrpSpPr/>
              <p:nvPr/>
            </p:nvGrpSpPr>
            <p:grpSpPr>
              <a:xfrm>
                <a:off x="6851628" y="4557095"/>
                <a:ext cx="1696285" cy="1252018"/>
                <a:chOff x="0" y="0"/>
                <a:chExt cx="1696282" cy="1252015"/>
              </a:xfrm>
            </p:grpSpPr>
            <p:sp>
              <p:nvSpPr>
                <p:cNvPr id="133" name="Shape 266">
                  <a:extLst>
                    <a:ext uri="{FF2B5EF4-FFF2-40B4-BE49-F238E27FC236}">
                      <a16:creationId xmlns:a16="http://schemas.microsoft.com/office/drawing/2014/main" id="{7B2E574D-7E4A-4CD5-9D6A-43F9230FECB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94844" cy="1252015"/>
                </a:xfrm>
                <a:prstGeom prst="roundRect">
                  <a:avLst>
                    <a:gd name="adj" fmla="val 3043"/>
                  </a:avLst>
                </a:prstGeom>
                <a:noFill/>
                <a:ln w="38100" cap="flat">
                  <a:solidFill>
                    <a:schemeClr val="accent3"/>
                  </a:solidFill>
                  <a:prstDash val="solid"/>
                  <a:bevel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 defTabSz="457148">
                    <a:defRPr>
                      <a:solidFill>
                        <a:srgbClr val="F4F4F4"/>
                      </a:solidFill>
                    </a:defRPr>
                  </a:pPr>
                  <a:endParaRPr sz="140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34" name="Shape 267">
                  <a:extLst>
                    <a:ext uri="{FF2B5EF4-FFF2-40B4-BE49-F238E27FC236}">
                      <a16:creationId xmlns:a16="http://schemas.microsoft.com/office/drawing/2014/main" id="{126DA49E-5690-4C68-9608-1B090C02D55F}"/>
                    </a:ext>
                  </a:extLst>
                </p:cNvPr>
                <p:cNvSpPr/>
                <p:nvPr/>
              </p:nvSpPr>
              <p:spPr>
                <a:xfrm>
                  <a:off x="1518" y="711"/>
                  <a:ext cx="1694764" cy="4574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729" y="0"/>
                      </a:moveTo>
                      <a:lnTo>
                        <a:pt x="20871" y="0"/>
                      </a:lnTo>
                      <a:cubicBezTo>
                        <a:pt x="21274" y="0"/>
                        <a:pt x="21600" y="1209"/>
                        <a:pt x="21600" y="2699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2699"/>
                      </a:lnTo>
                      <a:cubicBezTo>
                        <a:pt x="0" y="1209"/>
                        <a:pt x="326" y="0"/>
                        <a:pt x="72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6350" cap="flat">
                  <a:solidFill>
                    <a:schemeClr val="accent3"/>
                  </a:solidFill>
                  <a:prstDash val="solid"/>
                  <a:bevel/>
                </a:ln>
                <a:effectLst/>
              </p:spPr>
              <p:txBody>
                <a:bodyPr wrap="square" lIns="45719" tIns="45719" rIns="182880" bIns="45719" numCol="1" anchor="ctr">
                  <a:noAutofit/>
                </a:bodyPr>
                <a:lstStyle/>
                <a:p>
                  <a:pPr algn="ctr" defTabSz="457148">
                    <a:defRPr>
                      <a:solidFill>
                        <a:srgbClr val="FFFFFF"/>
                      </a:solidFill>
                    </a:defRPr>
                  </a:pPr>
                  <a:r>
                    <a:rPr lang="en-US" sz="1400" dirty="0">
                      <a:latin typeface="Century Gothic" panose="020B0502020202020204" pitchFamily="34" charset="0"/>
                      <a:ea typeface="Helvetica"/>
                      <a:cs typeface="Helvetica"/>
                      <a:sym typeface="Helvetica"/>
                    </a:rPr>
                    <a:t>7</a:t>
                  </a:r>
                </a:p>
              </p:txBody>
            </p:sp>
          </p:grpSp>
          <p:sp>
            <p:nvSpPr>
              <p:cNvPr id="130" name="Shape 270">
                <a:extLst>
                  <a:ext uri="{FF2B5EF4-FFF2-40B4-BE49-F238E27FC236}">
                    <a16:creationId xmlns:a16="http://schemas.microsoft.com/office/drawing/2014/main" id="{F8D7D0FD-33D2-4761-9914-87000A6687FB}"/>
                  </a:ext>
                </a:extLst>
              </p:cNvPr>
              <p:cNvSpPr/>
              <p:nvPr/>
            </p:nvSpPr>
            <p:spPr>
              <a:xfrm>
                <a:off x="6863680" y="5224340"/>
                <a:ext cx="1667949" cy="5232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/>
                <a:r>
                  <a:rPr lang="fr-FR" sz="1400" dirty="0">
                    <a:latin typeface="Century Gothic" panose="020B0502020202020204" pitchFamily="34" charset="0"/>
                    <a:ea typeface="Helvetica"/>
                    <a:cs typeface="Helvetica"/>
                  </a:rPr>
                  <a:t>Unités de Gestion Forestière</a:t>
                </a:r>
                <a:endParaRPr lang="id-ID" sz="1400" dirty="0">
                  <a:latin typeface="Century Gothic" panose="020B0502020202020204" pitchFamily="34" charset="0"/>
                  <a:ea typeface="Helvetica"/>
                  <a:cs typeface="Helvetica"/>
                </a:endParaRPr>
              </a:p>
            </p:txBody>
          </p:sp>
          <p:sp>
            <p:nvSpPr>
              <p:cNvPr id="132" name="Shape 221">
                <a:extLst>
                  <a:ext uri="{FF2B5EF4-FFF2-40B4-BE49-F238E27FC236}">
                    <a16:creationId xmlns:a16="http://schemas.microsoft.com/office/drawing/2014/main" id="{DA044F1A-9762-497D-AC1D-A67C35B0E318}"/>
                  </a:ext>
                </a:extLst>
              </p:cNvPr>
              <p:cNvSpPr/>
              <p:nvPr/>
            </p:nvSpPr>
            <p:spPr>
              <a:xfrm flipH="1">
                <a:off x="7697655" y="4133883"/>
                <a:ext cx="1398" cy="241280"/>
              </a:xfrm>
              <a:prstGeom prst="line">
                <a:avLst/>
              </a:prstGeom>
              <a:noFill/>
              <a:ln w="6350" cap="flat">
                <a:solidFill>
                  <a:srgbClr val="BFBFBF"/>
                </a:solidFill>
                <a:prstDash val="sysDash"/>
                <a:bevel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>
                  <a:latin typeface="Century Gothic" panose="020B0502020202020204" pitchFamily="34" charset="0"/>
                </a:endParaRPr>
              </a:p>
            </p:txBody>
          </p:sp>
        </p:grpSp>
      </p:grpSp>
      <p:sp>
        <p:nvSpPr>
          <p:cNvPr id="140" name="Shape 228">
            <a:extLst>
              <a:ext uri="{FF2B5EF4-FFF2-40B4-BE49-F238E27FC236}">
                <a16:creationId xmlns:a16="http://schemas.microsoft.com/office/drawing/2014/main" id="{26A7A2D4-0B85-445B-A584-068EED00C57A}"/>
              </a:ext>
            </a:extLst>
          </p:cNvPr>
          <p:cNvSpPr/>
          <p:nvPr/>
        </p:nvSpPr>
        <p:spPr>
          <a:xfrm>
            <a:off x="10793246" y="3712164"/>
            <a:ext cx="384662" cy="384654"/>
          </a:xfrm>
          <a:prstGeom prst="ellipse">
            <a:avLst/>
          </a:prstGeom>
          <a:solidFill>
            <a:srgbClr val="F4F4F4"/>
          </a:solidFill>
          <a:ln w="88900" cap="flat">
            <a:solidFill>
              <a:schemeClr val="tx2">
                <a:lumMod val="50000"/>
              </a:schemeClr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070707"/>
                </a:solidFill>
              </a:defRPr>
            </a:pPr>
            <a:endParaRPr>
              <a:latin typeface="+mj-lt"/>
            </a:endParaRPr>
          </a:p>
        </p:txBody>
      </p:sp>
      <p:sp>
        <p:nvSpPr>
          <p:cNvPr id="141" name="Shape 272">
            <a:extLst>
              <a:ext uri="{FF2B5EF4-FFF2-40B4-BE49-F238E27FC236}">
                <a16:creationId xmlns:a16="http://schemas.microsoft.com/office/drawing/2014/main" id="{785F52EB-04F2-43B4-BCC7-526D4E80D4BF}"/>
              </a:ext>
            </a:extLst>
          </p:cNvPr>
          <p:cNvSpPr/>
          <p:nvPr/>
        </p:nvSpPr>
        <p:spPr>
          <a:xfrm>
            <a:off x="10070941" y="4540768"/>
            <a:ext cx="1762061" cy="1255083"/>
          </a:xfrm>
          <a:prstGeom prst="roundRect">
            <a:avLst>
              <a:gd name="adj" fmla="val 3036"/>
            </a:avLst>
          </a:prstGeom>
          <a:noFill/>
          <a:ln w="38100" cap="flat">
            <a:solidFill>
              <a:srgbClr val="7030A0"/>
            </a:solidFill>
            <a:prstDash val="solid"/>
            <a:bevel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148">
              <a:defRPr>
                <a:solidFill>
                  <a:srgbClr val="F4F4F4"/>
                </a:solidFill>
              </a:defRPr>
            </a:pPr>
            <a:endParaRPr>
              <a:latin typeface="+mj-lt"/>
            </a:endParaRPr>
          </a:p>
        </p:txBody>
      </p:sp>
      <p:sp>
        <p:nvSpPr>
          <p:cNvPr id="142" name="Shape 273">
            <a:extLst>
              <a:ext uri="{FF2B5EF4-FFF2-40B4-BE49-F238E27FC236}">
                <a16:creationId xmlns:a16="http://schemas.microsoft.com/office/drawing/2014/main" id="{CAA430BC-B21D-4348-8E58-BA5913259A76}"/>
              </a:ext>
            </a:extLst>
          </p:cNvPr>
          <p:cNvSpPr/>
          <p:nvPr/>
        </p:nvSpPr>
        <p:spPr>
          <a:xfrm>
            <a:off x="10069503" y="4541478"/>
            <a:ext cx="1764936" cy="457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9" y="0"/>
                </a:moveTo>
                <a:lnTo>
                  <a:pt x="20871" y="0"/>
                </a:lnTo>
                <a:cubicBezTo>
                  <a:pt x="21274" y="0"/>
                  <a:pt x="21600" y="1209"/>
                  <a:pt x="21600" y="269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2699"/>
                </a:lnTo>
                <a:cubicBezTo>
                  <a:pt x="0" y="1209"/>
                  <a:pt x="326" y="0"/>
                  <a:pt x="729" y="0"/>
                </a:cubicBezTo>
                <a:close/>
              </a:path>
            </a:pathLst>
          </a:custGeom>
          <a:solidFill>
            <a:srgbClr val="7030A0"/>
          </a:solidFill>
          <a:ln w="6350" cap="flat">
            <a:noFill/>
            <a:prstDash val="solid"/>
            <a:bevel/>
          </a:ln>
          <a:effectLst/>
        </p:spPr>
        <p:txBody>
          <a:bodyPr wrap="square" lIns="45719" tIns="45719" rIns="182880" bIns="45719" numCol="1" anchor="ctr">
            <a:noAutofit/>
          </a:bodyPr>
          <a:lstStyle/>
          <a:p>
            <a:pPr algn="ctr" defTabSz="457148">
              <a:defRPr>
                <a:solidFill>
                  <a:srgbClr val="FFFFFF"/>
                </a:solidFill>
              </a:defRPr>
            </a:pPr>
            <a:r>
              <a:rPr lang="en-US" b="1" dirty="0">
                <a:solidFill>
                  <a:srgbClr val="FFFFFF"/>
                </a:solidFill>
                <a:ea typeface="Helvetica"/>
                <a:cs typeface="Helvetica"/>
                <a:sym typeface="Helvetica"/>
              </a:rPr>
              <a:t>2</a:t>
            </a:r>
          </a:p>
        </p:txBody>
      </p:sp>
      <p:sp>
        <p:nvSpPr>
          <p:cNvPr id="143" name="Shape 276">
            <a:extLst>
              <a:ext uri="{FF2B5EF4-FFF2-40B4-BE49-F238E27FC236}">
                <a16:creationId xmlns:a16="http://schemas.microsoft.com/office/drawing/2014/main" id="{C6F56B7D-9545-40FB-854E-1A19F4FECC89}"/>
              </a:ext>
            </a:extLst>
          </p:cNvPr>
          <p:cNvSpPr/>
          <p:nvPr/>
        </p:nvSpPr>
        <p:spPr>
          <a:xfrm>
            <a:off x="10030304" y="5053926"/>
            <a:ext cx="1843334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  <a:ea typeface="Helvetica"/>
                <a:cs typeface="Helvetica"/>
                <a:sym typeface="Calibri"/>
              </a:rPr>
              <a:t>Centres de production de plants</a:t>
            </a:r>
            <a:endParaRPr lang="id-ID" sz="1400" dirty="0">
              <a:latin typeface="Century Gothic" panose="020B0502020202020204" pitchFamily="34" charset="0"/>
              <a:ea typeface="Helvetica"/>
              <a:cs typeface="Helvetica"/>
              <a:sym typeface="Calibri"/>
            </a:endParaRPr>
          </a:p>
        </p:txBody>
      </p:sp>
      <p:sp>
        <p:nvSpPr>
          <p:cNvPr id="144" name="Shape 221">
            <a:extLst>
              <a:ext uri="{FF2B5EF4-FFF2-40B4-BE49-F238E27FC236}">
                <a16:creationId xmlns:a16="http://schemas.microsoft.com/office/drawing/2014/main" id="{8380D45C-D501-4911-87F3-933A523590CA}"/>
              </a:ext>
            </a:extLst>
          </p:cNvPr>
          <p:cNvSpPr/>
          <p:nvPr/>
        </p:nvSpPr>
        <p:spPr>
          <a:xfrm flipH="1">
            <a:off x="10985577" y="4121400"/>
            <a:ext cx="1398" cy="241280"/>
          </a:xfrm>
          <a:prstGeom prst="line">
            <a:avLst/>
          </a:prstGeom>
          <a:noFill/>
          <a:ln w="6350" cap="flat">
            <a:solidFill>
              <a:srgbClr val="BFBFBF"/>
            </a:solidFill>
            <a:prstDash val="sysDash"/>
            <a:bevel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+mj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1860E1F-84E2-427B-A69D-5B18D7210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81" y="1975953"/>
            <a:ext cx="196284" cy="1962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B73350B-3C9D-40FC-9D64-990520687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618" y="1927613"/>
            <a:ext cx="244624" cy="24462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AE74972-2CED-428A-BBFF-05DE413589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113" y="4632742"/>
            <a:ext cx="274926" cy="27492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63C9651-CAA3-438E-89D5-891F949F92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50" y="4648792"/>
            <a:ext cx="258876" cy="258876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A4CFA5ED-5175-418B-8446-196A06767F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687" y="1927613"/>
            <a:ext cx="278866" cy="27886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C0BA2FC-EEFA-4E96-BEED-3093F5112B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49" y="4625455"/>
            <a:ext cx="25717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618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Grand écran</PresentationFormat>
  <Paragraphs>76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Anicet</dc:creator>
  <cp:lastModifiedBy>Anicet</cp:lastModifiedBy>
  <cp:revision>1</cp:revision>
  <dcterms:created xsi:type="dcterms:W3CDTF">2026-01-02T14:32:57Z</dcterms:created>
  <dcterms:modified xsi:type="dcterms:W3CDTF">2026-01-02T14:33:13Z</dcterms:modified>
</cp:coreProperties>
</file>